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38e10e1e5508400f" Type="http://schemas.microsoft.com/office/2006/relationships/ui/extensibility" Target="customUI/customUI.xml"/><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4"/>
  </p:sldMasterIdLst>
  <p:notesMasterIdLst>
    <p:notesMasterId r:id="rId14"/>
  </p:notesMasterIdLst>
  <p:handoutMasterIdLst>
    <p:handoutMasterId r:id="rId15"/>
  </p:handoutMasterIdLst>
  <p:sldIdLst>
    <p:sldId id="302" r:id="rId5"/>
    <p:sldId id="376" r:id="rId6"/>
    <p:sldId id="352" r:id="rId7"/>
    <p:sldId id="339" r:id="rId8"/>
    <p:sldId id="365" r:id="rId9"/>
    <p:sldId id="378" r:id="rId10"/>
    <p:sldId id="379" r:id="rId11"/>
    <p:sldId id="380" r:id="rId12"/>
    <p:sldId id="34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9DB097-29E0-4993-8D55-F4A00C816A96}">
          <p14:sldIdLst>
            <p14:sldId id="302"/>
            <p14:sldId id="376"/>
            <p14:sldId id="352"/>
            <p14:sldId id="339"/>
            <p14:sldId id="365"/>
            <p14:sldId id="378"/>
            <p14:sldId id="379"/>
            <p14:sldId id="380"/>
            <p14:sldId id="343"/>
          </p14:sldIdLst>
        </p14:section>
      </p14:sectionLst>
    </p:ext>
    <p:ext uri="{EFAFB233-063F-42B5-8137-9DF3F51BA10A}">
      <p15:sldGuideLst xmlns:p15="http://schemas.microsoft.com/office/powerpoint/2012/main">
        <p15:guide id="1" orient="horz" pos="3840" userDrawn="1">
          <p15:clr>
            <a:srgbClr val="A4A3A4"/>
          </p15:clr>
        </p15:guide>
        <p15:guide id="3" orient="horz" pos="360" userDrawn="1">
          <p15:clr>
            <a:srgbClr val="A4A3A4"/>
          </p15:clr>
        </p15:guide>
        <p15:guide id="4" pos="528" userDrawn="1">
          <p15:clr>
            <a:srgbClr val="A4A3A4"/>
          </p15:clr>
        </p15:guide>
        <p15:guide id="5" pos="715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 Thal" initials="DT" lastIdx="35" clrIdx="0">
    <p:extLst>
      <p:ext uri="{19B8F6BF-5375-455C-9EA6-DF929625EA0E}">
        <p15:presenceInfo xmlns:p15="http://schemas.microsoft.com/office/powerpoint/2012/main" userId="S::DThal@mathematica-mpr.com::ca96caf7-a7c4-4bf7-9438-a67ba53f0bb2" providerId="AD"/>
      </p:ext>
    </p:extLst>
  </p:cmAuthor>
  <p:cmAuthor id="2" name="Mariel Finucane" initials="MF" lastIdx="56" clrIdx="1">
    <p:extLst>
      <p:ext uri="{19B8F6BF-5375-455C-9EA6-DF929625EA0E}">
        <p15:presenceInfo xmlns:p15="http://schemas.microsoft.com/office/powerpoint/2012/main" userId="S::MFinucane@mathematica-mpr.com::fcd39b6d-8752-400c-bceb-70eb745ae8c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1C"/>
    <a:srgbClr val="F8766D"/>
    <a:srgbClr val="00BFC4"/>
    <a:srgbClr val="5C4377"/>
    <a:srgbClr val="149192"/>
    <a:srgbClr val="F8D690"/>
    <a:srgbClr val="C8C9CC"/>
    <a:srgbClr val="17A673"/>
    <a:srgbClr val="9FA2A9"/>
    <a:srgbClr val="65A7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F3593B-D9F6-4BC1-B782-8B0E10019F84}" v="41" dt="2022-08-22T13:04:02.275"/>
  </p1510:revLst>
</p1510:revInfo>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8" autoAdjust="0"/>
    <p:restoredTop sz="84371" autoAdjust="0"/>
  </p:normalViewPr>
  <p:slideViewPr>
    <p:cSldViewPr snapToGrid="0">
      <p:cViewPr varScale="1">
        <p:scale>
          <a:sx n="92" d="100"/>
          <a:sy n="92" d="100"/>
        </p:scale>
        <p:origin x="924" y="120"/>
      </p:cViewPr>
      <p:guideLst>
        <p:guide orient="horz" pos="3840"/>
        <p:guide orient="horz" pos="360"/>
        <p:guide pos="528"/>
        <p:guide pos="7152"/>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l Finucane" userId="fcd39b6d-8752-400c-bceb-70eb745ae8ce" providerId="ADAL" clId="{96936B0A-64CB-42F3-AA66-A4AD301B3B1D}"/>
    <pc:docChg chg="undo custSel addSld delSld modSld modSection">
      <pc:chgData name="Mariel Finucane" userId="fcd39b6d-8752-400c-bceb-70eb745ae8ce" providerId="ADAL" clId="{96936B0A-64CB-42F3-AA66-A4AD301B3B1D}" dt="2022-05-30T18:24:59.337" v="96" actId="20577"/>
      <pc:docMkLst>
        <pc:docMk/>
      </pc:docMkLst>
      <pc:sldChg chg="modNotesTx">
        <pc:chgData name="Mariel Finucane" userId="fcd39b6d-8752-400c-bceb-70eb745ae8ce" providerId="ADAL" clId="{96936B0A-64CB-42F3-AA66-A4AD301B3B1D}" dt="2022-05-30T17:07:35.503" v="0" actId="20577"/>
        <pc:sldMkLst>
          <pc:docMk/>
          <pc:sldMk cId="616564442" sldId="302"/>
        </pc:sldMkLst>
      </pc:sldChg>
      <pc:sldChg chg="del">
        <pc:chgData name="Mariel Finucane" userId="fcd39b6d-8752-400c-bceb-70eb745ae8ce" providerId="ADAL" clId="{96936B0A-64CB-42F3-AA66-A4AD301B3B1D}" dt="2022-05-30T18:18:41.464" v="2" actId="47"/>
        <pc:sldMkLst>
          <pc:docMk/>
          <pc:sldMk cId="7956914" sldId="408"/>
        </pc:sldMkLst>
      </pc:sldChg>
      <pc:sldChg chg="del">
        <pc:chgData name="Mariel Finucane" userId="fcd39b6d-8752-400c-bceb-70eb745ae8ce" providerId="ADAL" clId="{96936B0A-64CB-42F3-AA66-A4AD301B3B1D}" dt="2022-05-30T18:18:22.711" v="1" actId="47"/>
        <pc:sldMkLst>
          <pc:docMk/>
          <pc:sldMk cId="3658766756" sldId="430"/>
        </pc:sldMkLst>
      </pc:sldChg>
      <pc:sldChg chg="del">
        <pc:chgData name="Mariel Finucane" userId="fcd39b6d-8752-400c-bceb-70eb745ae8ce" providerId="ADAL" clId="{96936B0A-64CB-42F3-AA66-A4AD301B3B1D}" dt="2022-05-30T18:19:02.204" v="7" actId="47"/>
        <pc:sldMkLst>
          <pc:docMk/>
          <pc:sldMk cId="137464195" sldId="434"/>
        </pc:sldMkLst>
      </pc:sldChg>
      <pc:sldChg chg="del">
        <pc:chgData name="Mariel Finucane" userId="fcd39b6d-8752-400c-bceb-70eb745ae8ce" providerId="ADAL" clId="{96936B0A-64CB-42F3-AA66-A4AD301B3B1D}" dt="2022-05-30T18:18:57.749" v="3" actId="47"/>
        <pc:sldMkLst>
          <pc:docMk/>
          <pc:sldMk cId="3271499402" sldId="435"/>
        </pc:sldMkLst>
      </pc:sldChg>
      <pc:sldChg chg="del">
        <pc:chgData name="Mariel Finucane" userId="fcd39b6d-8752-400c-bceb-70eb745ae8ce" providerId="ADAL" clId="{96936B0A-64CB-42F3-AA66-A4AD301B3B1D}" dt="2022-05-30T18:18:58.509" v="4" actId="47"/>
        <pc:sldMkLst>
          <pc:docMk/>
          <pc:sldMk cId="2774820736" sldId="436"/>
        </pc:sldMkLst>
      </pc:sldChg>
      <pc:sldChg chg="add del">
        <pc:chgData name="Mariel Finucane" userId="fcd39b6d-8752-400c-bceb-70eb745ae8ce" providerId="ADAL" clId="{96936B0A-64CB-42F3-AA66-A4AD301B3B1D}" dt="2022-05-30T18:19:06.736" v="11" actId="47"/>
        <pc:sldMkLst>
          <pc:docMk/>
          <pc:sldMk cId="621078825" sldId="437"/>
        </pc:sldMkLst>
      </pc:sldChg>
      <pc:sldChg chg="del">
        <pc:chgData name="Mariel Finucane" userId="fcd39b6d-8752-400c-bceb-70eb745ae8ce" providerId="ADAL" clId="{96936B0A-64CB-42F3-AA66-A4AD301B3B1D}" dt="2022-05-30T18:19:01.022" v="6" actId="47"/>
        <pc:sldMkLst>
          <pc:docMk/>
          <pc:sldMk cId="4175043313" sldId="439"/>
        </pc:sldMkLst>
      </pc:sldChg>
      <pc:sldChg chg="del">
        <pc:chgData name="Mariel Finucane" userId="fcd39b6d-8752-400c-bceb-70eb745ae8ce" providerId="ADAL" clId="{96936B0A-64CB-42F3-AA66-A4AD301B3B1D}" dt="2022-05-30T18:20:08.692" v="12" actId="47"/>
        <pc:sldMkLst>
          <pc:docMk/>
          <pc:sldMk cId="218417263" sldId="449"/>
        </pc:sldMkLst>
      </pc:sldChg>
      <pc:sldChg chg="del">
        <pc:chgData name="Mariel Finucane" userId="fcd39b6d-8752-400c-bceb-70eb745ae8ce" providerId="ADAL" clId="{96936B0A-64CB-42F3-AA66-A4AD301B3B1D}" dt="2022-05-30T18:18:59.552" v="5" actId="47"/>
        <pc:sldMkLst>
          <pc:docMk/>
          <pc:sldMk cId="3462412215" sldId="458"/>
        </pc:sldMkLst>
      </pc:sldChg>
      <pc:sldChg chg="del">
        <pc:chgData name="Mariel Finucane" userId="fcd39b6d-8752-400c-bceb-70eb745ae8ce" providerId="ADAL" clId="{96936B0A-64CB-42F3-AA66-A4AD301B3B1D}" dt="2022-05-30T18:19:02.804" v="8" actId="47"/>
        <pc:sldMkLst>
          <pc:docMk/>
          <pc:sldMk cId="3709870595" sldId="459"/>
        </pc:sldMkLst>
      </pc:sldChg>
      <pc:sldChg chg="del">
        <pc:chgData name="Mariel Finucane" userId="fcd39b6d-8752-400c-bceb-70eb745ae8ce" providerId="ADAL" clId="{96936B0A-64CB-42F3-AA66-A4AD301B3B1D}" dt="2022-05-30T18:19:03.536" v="9" actId="47"/>
        <pc:sldMkLst>
          <pc:docMk/>
          <pc:sldMk cId="23139890" sldId="460"/>
        </pc:sldMkLst>
      </pc:sldChg>
      <pc:sldChg chg="modSp mod">
        <pc:chgData name="Mariel Finucane" userId="fcd39b6d-8752-400c-bceb-70eb745ae8ce" providerId="ADAL" clId="{96936B0A-64CB-42F3-AA66-A4AD301B3B1D}" dt="2022-05-30T18:24:59.337" v="96" actId="20577"/>
        <pc:sldMkLst>
          <pc:docMk/>
          <pc:sldMk cId="2259007393" sldId="463"/>
        </pc:sldMkLst>
        <pc:spChg chg="mod">
          <ac:chgData name="Mariel Finucane" userId="fcd39b6d-8752-400c-bceb-70eb745ae8ce" providerId="ADAL" clId="{96936B0A-64CB-42F3-AA66-A4AD301B3B1D}" dt="2022-05-30T18:24:59.337" v="96" actId="20577"/>
          <ac:spMkLst>
            <pc:docMk/>
            <pc:sldMk cId="2259007393" sldId="463"/>
            <ac:spMk id="2" creationId="{47709ACC-FAF8-424B-B310-3593972C1649}"/>
          </ac:spMkLst>
        </pc:spChg>
      </pc:sldChg>
      <pc:sldChg chg="del">
        <pc:chgData name="Mariel Finucane" userId="fcd39b6d-8752-400c-bceb-70eb745ae8ce" providerId="ADAL" clId="{96936B0A-64CB-42F3-AA66-A4AD301B3B1D}" dt="2022-05-30T18:20:17.984" v="13" actId="47"/>
        <pc:sldMkLst>
          <pc:docMk/>
          <pc:sldMk cId="3648723119" sldId="466"/>
        </pc:sldMkLst>
      </pc:sldChg>
    </pc:docChg>
  </pc:docChgLst>
  <pc:docChgLst>
    <pc:chgData name="Dan Thal" userId="ca96caf7-a7c4-4bf7-9438-a67ba53f0bb2" providerId="ADAL" clId="{FFDA872C-B51B-4FD5-B1CE-657D4717D0A0}"/>
    <pc:docChg chg="custSel addSld delSld modSld sldOrd modSection">
      <pc:chgData name="Dan Thal" userId="ca96caf7-a7c4-4bf7-9438-a67ba53f0bb2" providerId="ADAL" clId="{FFDA872C-B51B-4FD5-B1CE-657D4717D0A0}" dt="2022-07-01T13:21:44.536" v="582" actId="20577"/>
      <pc:docMkLst>
        <pc:docMk/>
      </pc:docMkLst>
      <pc:sldChg chg="del">
        <pc:chgData name="Dan Thal" userId="ca96caf7-a7c4-4bf7-9438-a67ba53f0bb2" providerId="ADAL" clId="{FFDA872C-B51B-4FD5-B1CE-657D4717D0A0}" dt="2022-07-01T12:55:28.176" v="418" actId="47"/>
        <pc:sldMkLst>
          <pc:docMk/>
          <pc:sldMk cId="482840310" sldId="298"/>
        </pc:sldMkLst>
      </pc:sldChg>
      <pc:sldChg chg="modSp mod">
        <pc:chgData name="Dan Thal" userId="ca96caf7-a7c4-4bf7-9438-a67ba53f0bb2" providerId="ADAL" clId="{FFDA872C-B51B-4FD5-B1CE-657D4717D0A0}" dt="2022-07-01T12:28:49.374" v="48" actId="20577"/>
        <pc:sldMkLst>
          <pc:docMk/>
          <pc:sldMk cId="616564442" sldId="302"/>
        </pc:sldMkLst>
        <pc:spChg chg="mod">
          <ac:chgData name="Dan Thal" userId="ca96caf7-a7c4-4bf7-9438-a67ba53f0bb2" providerId="ADAL" clId="{FFDA872C-B51B-4FD5-B1CE-657D4717D0A0}" dt="2022-07-01T12:28:36.998" v="21" actId="20577"/>
          <ac:spMkLst>
            <pc:docMk/>
            <pc:sldMk cId="616564442" sldId="302"/>
            <ac:spMk id="2" creationId="{C062FC02-C7CB-43EB-A40C-985CD4549559}"/>
          </ac:spMkLst>
        </pc:spChg>
        <pc:spChg chg="mod">
          <ac:chgData name="Dan Thal" userId="ca96caf7-a7c4-4bf7-9438-a67ba53f0bb2" providerId="ADAL" clId="{FFDA872C-B51B-4FD5-B1CE-657D4717D0A0}" dt="2022-07-01T12:28:49.374" v="48" actId="20577"/>
          <ac:spMkLst>
            <pc:docMk/>
            <pc:sldMk cId="616564442" sldId="302"/>
            <ac:spMk id="4" creationId="{A987A3FC-C33B-47B5-A307-6E8BFB491999}"/>
          </ac:spMkLst>
        </pc:spChg>
      </pc:sldChg>
      <pc:sldChg chg="del">
        <pc:chgData name="Dan Thal" userId="ca96caf7-a7c4-4bf7-9438-a67ba53f0bb2" providerId="ADAL" clId="{FFDA872C-B51B-4FD5-B1CE-657D4717D0A0}" dt="2022-07-01T12:55:28.176" v="418" actId="47"/>
        <pc:sldMkLst>
          <pc:docMk/>
          <pc:sldMk cId="2725869990" sldId="303"/>
        </pc:sldMkLst>
      </pc:sldChg>
      <pc:sldChg chg="del">
        <pc:chgData name="Dan Thal" userId="ca96caf7-a7c4-4bf7-9438-a67ba53f0bb2" providerId="ADAL" clId="{FFDA872C-B51B-4FD5-B1CE-657D4717D0A0}" dt="2022-07-01T12:55:28.176" v="418" actId="47"/>
        <pc:sldMkLst>
          <pc:docMk/>
          <pc:sldMk cId="762750054" sldId="309"/>
        </pc:sldMkLst>
      </pc:sldChg>
      <pc:sldChg chg="del">
        <pc:chgData name="Dan Thal" userId="ca96caf7-a7c4-4bf7-9438-a67ba53f0bb2" providerId="ADAL" clId="{FFDA872C-B51B-4FD5-B1CE-657D4717D0A0}" dt="2022-07-01T12:55:28.176" v="418" actId="47"/>
        <pc:sldMkLst>
          <pc:docMk/>
          <pc:sldMk cId="1733876908" sldId="310"/>
        </pc:sldMkLst>
      </pc:sldChg>
      <pc:sldChg chg="del">
        <pc:chgData name="Dan Thal" userId="ca96caf7-a7c4-4bf7-9438-a67ba53f0bb2" providerId="ADAL" clId="{FFDA872C-B51B-4FD5-B1CE-657D4717D0A0}" dt="2022-07-01T12:55:28.176" v="418" actId="47"/>
        <pc:sldMkLst>
          <pc:docMk/>
          <pc:sldMk cId="882193651" sldId="311"/>
        </pc:sldMkLst>
      </pc:sldChg>
      <pc:sldChg chg="del">
        <pc:chgData name="Dan Thal" userId="ca96caf7-a7c4-4bf7-9438-a67ba53f0bb2" providerId="ADAL" clId="{FFDA872C-B51B-4FD5-B1CE-657D4717D0A0}" dt="2022-07-01T12:55:28.176" v="418" actId="47"/>
        <pc:sldMkLst>
          <pc:docMk/>
          <pc:sldMk cId="2138671625" sldId="312"/>
        </pc:sldMkLst>
      </pc:sldChg>
      <pc:sldChg chg="del">
        <pc:chgData name="Dan Thal" userId="ca96caf7-a7c4-4bf7-9438-a67ba53f0bb2" providerId="ADAL" clId="{FFDA872C-B51B-4FD5-B1CE-657D4717D0A0}" dt="2022-07-01T12:55:28.176" v="418" actId="47"/>
        <pc:sldMkLst>
          <pc:docMk/>
          <pc:sldMk cId="3037962661" sldId="313"/>
        </pc:sldMkLst>
      </pc:sldChg>
      <pc:sldChg chg="del">
        <pc:chgData name="Dan Thal" userId="ca96caf7-a7c4-4bf7-9438-a67ba53f0bb2" providerId="ADAL" clId="{FFDA872C-B51B-4FD5-B1CE-657D4717D0A0}" dt="2022-07-01T12:55:28.176" v="418" actId="47"/>
        <pc:sldMkLst>
          <pc:docMk/>
          <pc:sldMk cId="2125854103" sldId="317"/>
        </pc:sldMkLst>
      </pc:sldChg>
      <pc:sldChg chg="del">
        <pc:chgData name="Dan Thal" userId="ca96caf7-a7c4-4bf7-9438-a67ba53f0bb2" providerId="ADAL" clId="{FFDA872C-B51B-4FD5-B1CE-657D4717D0A0}" dt="2022-07-01T12:55:28.176" v="418" actId="47"/>
        <pc:sldMkLst>
          <pc:docMk/>
          <pc:sldMk cId="3680574933" sldId="318"/>
        </pc:sldMkLst>
      </pc:sldChg>
      <pc:sldChg chg="del">
        <pc:chgData name="Dan Thal" userId="ca96caf7-a7c4-4bf7-9438-a67ba53f0bb2" providerId="ADAL" clId="{FFDA872C-B51B-4FD5-B1CE-657D4717D0A0}" dt="2022-07-01T12:55:28.176" v="418" actId="47"/>
        <pc:sldMkLst>
          <pc:docMk/>
          <pc:sldMk cId="3135942773" sldId="319"/>
        </pc:sldMkLst>
      </pc:sldChg>
      <pc:sldChg chg="del">
        <pc:chgData name="Dan Thal" userId="ca96caf7-a7c4-4bf7-9438-a67ba53f0bb2" providerId="ADAL" clId="{FFDA872C-B51B-4FD5-B1CE-657D4717D0A0}" dt="2022-07-01T12:55:28.176" v="418" actId="47"/>
        <pc:sldMkLst>
          <pc:docMk/>
          <pc:sldMk cId="3357349921" sldId="320"/>
        </pc:sldMkLst>
      </pc:sldChg>
      <pc:sldChg chg="del">
        <pc:chgData name="Dan Thal" userId="ca96caf7-a7c4-4bf7-9438-a67ba53f0bb2" providerId="ADAL" clId="{FFDA872C-B51B-4FD5-B1CE-657D4717D0A0}" dt="2022-07-01T12:55:28.176" v="418" actId="47"/>
        <pc:sldMkLst>
          <pc:docMk/>
          <pc:sldMk cId="3731262148" sldId="321"/>
        </pc:sldMkLst>
      </pc:sldChg>
      <pc:sldChg chg="del">
        <pc:chgData name="Dan Thal" userId="ca96caf7-a7c4-4bf7-9438-a67ba53f0bb2" providerId="ADAL" clId="{FFDA872C-B51B-4FD5-B1CE-657D4717D0A0}" dt="2022-07-01T12:55:28.176" v="418" actId="47"/>
        <pc:sldMkLst>
          <pc:docMk/>
          <pc:sldMk cId="1086783073" sldId="322"/>
        </pc:sldMkLst>
      </pc:sldChg>
      <pc:sldChg chg="del">
        <pc:chgData name="Dan Thal" userId="ca96caf7-a7c4-4bf7-9438-a67ba53f0bb2" providerId="ADAL" clId="{FFDA872C-B51B-4FD5-B1CE-657D4717D0A0}" dt="2022-07-01T12:55:28.176" v="418" actId="47"/>
        <pc:sldMkLst>
          <pc:docMk/>
          <pc:sldMk cId="1604643557" sldId="323"/>
        </pc:sldMkLst>
      </pc:sldChg>
      <pc:sldChg chg="del">
        <pc:chgData name="Dan Thal" userId="ca96caf7-a7c4-4bf7-9438-a67ba53f0bb2" providerId="ADAL" clId="{FFDA872C-B51B-4FD5-B1CE-657D4717D0A0}" dt="2022-07-01T12:55:28.176" v="418" actId="47"/>
        <pc:sldMkLst>
          <pc:docMk/>
          <pc:sldMk cId="1376933533" sldId="324"/>
        </pc:sldMkLst>
      </pc:sldChg>
      <pc:sldChg chg="del">
        <pc:chgData name="Dan Thal" userId="ca96caf7-a7c4-4bf7-9438-a67ba53f0bb2" providerId="ADAL" clId="{FFDA872C-B51B-4FD5-B1CE-657D4717D0A0}" dt="2022-07-01T12:55:28.176" v="418" actId="47"/>
        <pc:sldMkLst>
          <pc:docMk/>
          <pc:sldMk cId="4274764312" sldId="325"/>
        </pc:sldMkLst>
      </pc:sldChg>
      <pc:sldChg chg="del">
        <pc:chgData name="Dan Thal" userId="ca96caf7-a7c4-4bf7-9438-a67ba53f0bb2" providerId="ADAL" clId="{FFDA872C-B51B-4FD5-B1CE-657D4717D0A0}" dt="2022-07-01T12:55:28.176" v="418" actId="47"/>
        <pc:sldMkLst>
          <pc:docMk/>
          <pc:sldMk cId="3889849071" sldId="326"/>
        </pc:sldMkLst>
      </pc:sldChg>
      <pc:sldChg chg="del">
        <pc:chgData name="Dan Thal" userId="ca96caf7-a7c4-4bf7-9438-a67ba53f0bb2" providerId="ADAL" clId="{FFDA872C-B51B-4FD5-B1CE-657D4717D0A0}" dt="2022-07-01T12:55:28.176" v="418" actId="47"/>
        <pc:sldMkLst>
          <pc:docMk/>
          <pc:sldMk cId="427506134" sldId="327"/>
        </pc:sldMkLst>
      </pc:sldChg>
      <pc:sldChg chg="del">
        <pc:chgData name="Dan Thal" userId="ca96caf7-a7c4-4bf7-9438-a67ba53f0bb2" providerId="ADAL" clId="{FFDA872C-B51B-4FD5-B1CE-657D4717D0A0}" dt="2022-07-01T12:55:28.176" v="418" actId="47"/>
        <pc:sldMkLst>
          <pc:docMk/>
          <pc:sldMk cId="3023119111" sldId="328"/>
        </pc:sldMkLst>
      </pc:sldChg>
      <pc:sldChg chg="del">
        <pc:chgData name="Dan Thal" userId="ca96caf7-a7c4-4bf7-9438-a67ba53f0bb2" providerId="ADAL" clId="{FFDA872C-B51B-4FD5-B1CE-657D4717D0A0}" dt="2022-07-01T12:55:28.176" v="418" actId="47"/>
        <pc:sldMkLst>
          <pc:docMk/>
          <pc:sldMk cId="2539357819" sldId="329"/>
        </pc:sldMkLst>
      </pc:sldChg>
      <pc:sldChg chg="del">
        <pc:chgData name="Dan Thal" userId="ca96caf7-a7c4-4bf7-9438-a67ba53f0bb2" providerId="ADAL" clId="{FFDA872C-B51B-4FD5-B1CE-657D4717D0A0}" dt="2022-07-01T12:55:28.176" v="418" actId="47"/>
        <pc:sldMkLst>
          <pc:docMk/>
          <pc:sldMk cId="2991829591" sldId="331"/>
        </pc:sldMkLst>
      </pc:sldChg>
      <pc:sldChg chg="del">
        <pc:chgData name="Dan Thal" userId="ca96caf7-a7c4-4bf7-9438-a67ba53f0bb2" providerId="ADAL" clId="{FFDA872C-B51B-4FD5-B1CE-657D4717D0A0}" dt="2022-07-01T12:55:28.176" v="418" actId="47"/>
        <pc:sldMkLst>
          <pc:docMk/>
          <pc:sldMk cId="3530356510" sldId="333"/>
        </pc:sldMkLst>
      </pc:sldChg>
      <pc:sldChg chg="addSp delSp modSp add mod">
        <pc:chgData name="Dan Thal" userId="ca96caf7-a7c4-4bf7-9438-a67ba53f0bb2" providerId="ADAL" clId="{FFDA872C-B51B-4FD5-B1CE-657D4717D0A0}" dt="2022-07-01T12:31:47.769" v="130" actId="20577"/>
        <pc:sldMkLst>
          <pc:docMk/>
          <pc:sldMk cId="1995712290" sldId="334"/>
        </pc:sldMkLst>
        <pc:spChg chg="mod">
          <ac:chgData name="Dan Thal" userId="ca96caf7-a7c4-4bf7-9438-a67ba53f0bb2" providerId="ADAL" clId="{FFDA872C-B51B-4FD5-B1CE-657D4717D0A0}" dt="2022-07-01T12:31:47.769" v="130" actId="20577"/>
          <ac:spMkLst>
            <pc:docMk/>
            <pc:sldMk cId="1995712290" sldId="334"/>
            <ac:spMk id="2" creationId="{47709ACC-FAF8-424B-B310-3593972C1649}"/>
          </ac:spMkLst>
        </pc:spChg>
        <pc:spChg chg="del mod">
          <ac:chgData name="Dan Thal" userId="ca96caf7-a7c4-4bf7-9438-a67ba53f0bb2" providerId="ADAL" clId="{FFDA872C-B51B-4FD5-B1CE-657D4717D0A0}" dt="2022-07-01T12:31:07.254" v="51" actId="931"/>
          <ac:spMkLst>
            <pc:docMk/>
            <pc:sldMk cId="1995712290" sldId="334"/>
            <ac:spMk id="3" creationId="{8737E2B0-5C61-478E-BE24-D13DFBBED73E}"/>
          </ac:spMkLst>
        </pc:spChg>
        <pc:picChg chg="add mod">
          <ac:chgData name="Dan Thal" userId="ca96caf7-a7c4-4bf7-9438-a67ba53f0bb2" providerId="ADAL" clId="{FFDA872C-B51B-4FD5-B1CE-657D4717D0A0}" dt="2022-07-01T12:31:25.039" v="85" actId="1035"/>
          <ac:picMkLst>
            <pc:docMk/>
            <pc:sldMk cId="1995712290" sldId="334"/>
            <ac:picMk id="5" creationId="{723B332E-166D-4198-9BE3-46C96F9D0E3B}"/>
          </ac:picMkLst>
        </pc:picChg>
      </pc:sldChg>
      <pc:sldChg chg="modSp add mod">
        <pc:chgData name="Dan Thal" userId="ca96caf7-a7c4-4bf7-9438-a67ba53f0bb2" providerId="ADAL" clId="{FFDA872C-B51B-4FD5-B1CE-657D4717D0A0}" dt="2022-07-01T12:32:15.393" v="164" actId="20577"/>
        <pc:sldMkLst>
          <pc:docMk/>
          <pc:sldMk cId="4155803438" sldId="335"/>
        </pc:sldMkLst>
        <pc:spChg chg="mod">
          <ac:chgData name="Dan Thal" userId="ca96caf7-a7c4-4bf7-9438-a67ba53f0bb2" providerId="ADAL" clId="{FFDA872C-B51B-4FD5-B1CE-657D4717D0A0}" dt="2022-07-01T12:32:15.393" v="164" actId="20577"/>
          <ac:spMkLst>
            <pc:docMk/>
            <pc:sldMk cId="4155803438" sldId="335"/>
            <ac:spMk id="2" creationId="{47709ACC-FAF8-424B-B310-3593972C1649}"/>
          </ac:spMkLst>
        </pc:spChg>
        <pc:picChg chg="mod">
          <ac:chgData name="Dan Thal" userId="ca96caf7-a7c4-4bf7-9438-a67ba53f0bb2" providerId="ADAL" clId="{FFDA872C-B51B-4FD5-B1CE-657D4717D0A0}" dt="2022-07-01T12:31:58.028" v="131" actId="14826"/>
          <ac:picMkLst>
            <pc:docMk/>
            <pc:sldMk cId="4155803438" sldId="335"/>
            <ac:picMk id="5" creationId="{723B332E-166D-4198-9BE3-46C96F9D0E3B}"/>
          </ac:picMkLst>
        </pc:picChg>
      </pc:sldChg>
      <pc:sldChg chg="modSp add mod">
        <pc:chgData name="Dan Thal" userId="ca96caf7-a7c4-4bf7-9438-a67ba53f0bb2" providerId="ADAL" clId="{FFDA872C-B51B-4FD5-B1CE-657D4717D0A0}" dt="2022-07-01T12:32:36.754" v="191" actId="20577"/>
        <pc:sldMkLst>
          <pc:docMk/>
          <pc:sldMk cId="464237114" sldId="336"/>
        </pc:sldMkLst>
        <pc:spChg chg="mod">
          <ac:chgData name="Dan Thal" userId="ca96caf7-a7c4-4bf7-9438-a67ba53f0bb2" providerId="ADAL" clId="{FFDA872C-B51B-4FD5-B1CE-657D4717D0A0}" dt="2022-07-01T12:32:36.754" v="191" actId="20577"/>
          <ac:spMkLst>
            <pc:docMk/>
            <pc:sldMk cId="464237114" sldId="336"/>
            <ac:spMk id="2" creationId="{47709ACC-FAF8-424B-B310-3593972C1649}"/>
          </ac:spMkLst>
        </pc:spChg>
        <pc:picChg chg="mod">
          <ac:chgData name="Dan Thal" userId="ca96caf7-a7c4-4bf7-9438-a67ba53f0bb2" providerId="ADAL" clId="{FFDA872C-B51B-4FD5-B1CE-657D4717D0A0}" dt="2022-07-01T12:32:26.219" v="166" actId="14826"/>
          <ac:picMkLst>
            <pc:docMk/>
            <pc:sldMk cId="464237114" sldId="336"/>
            <ac:picMk id="5" creationId="{723B332E-166D-4198-9BE3-46C96F9D0E3B}"/>
          </ac:picMkLst>
        </pc:picChg>
      </pc:sldChg>
      <pc:sldChg chg="addSp modSp add mod ord">
        <pc:chgData name="Dan Thal" userId="ca96caf7-a7c4-4bf7-9438-a67ba53f0bb2" providerId="ADAL" clId="{FFDA872C-B51B-4FD5-B1CE-657D4717D0A0}" dt="2022-07-01T13:09:59.432" v="523" actId="1076"/>
        <pc:sldMkLst>
          <pc:docMk/>
          <pc:sldMk cId="1763059043" sldId="337"/>
        </pc:sldMkLst>
        <pc:spChg chg="mod">
          <ac:chgData name="Dan Thal" userId="ca96caf7-a7c4-4bf7-9438-a67ba53f0bb2" providerId="ADAL" clId="{FFDA872C-B51B-4FD5-B1CE-657D4717D0A0}" dt="2022-07-01T12:34:34.196" v="362" actId="20577"/>
          <ac:spMkLst>
            <pc:docMk/>
            <pc:sldMk cId="1763059043" sldId="337"/>
            <ac:spMk id="2" creationId="{47709ACC-FAF8-424B-B310-3593972C1649}"/>
          </ac:spMkLst>
        </pc:spChg>
        <pc:spChg chg="add mod">
          <ac:chgData name="Dan Thal" userId="ca96caf7-a7c4-4bf7-9438-a67ba53f0bb2" providerId="ADAL" clId="{FFDA872C-B51B-4FD5-B1CE-657D4717D0A0}" dt="2022-07-01T13:09:30.806" v="516"/>
          <ac:spMkLst>
            <pc:docMk/>
            <pc:sldMk cId="1763059043" sldId="337"/>
            <ac:spMk id="4" creationId="{5E345371-4367-43C0-896F-CF86E67C3360}"/>
          </ac:spMkLst>
        </pc:spChg>
        <pc:spChg chg="add mod">
          <ac:chgData name="Dan Thal" userId="ca96caf7-a7c4-4bf7-9438-a67ba53f0bb2" providerId="ADAL" clId="{FFDA872C-B51B-4FD5-B1CE-657D4717D0A0}" dt="2022-07-01T13:09:59.432" v="523" actId="1076"/>
          <ac:spMkLst>
            <pc:docMk/>
            <pc:sldMk cId="1763059043" sldId="337"/>
            <ac:spMk id="6" creationId="{4A0A33F6-C374-4424-A54D-7DE198EFDF06}"/>
          </ac:spMkLst>
        </pc:spChg>
        <pc:picChg chg="mod">
          <ac:chgData name="Dan Thal" userId="ca96caf7-a7c4-4bf7-9438-a67ba53f0bb2" providerId="ADAL" clId="{FFDA872C-B51B-4FD5-B1CE-657D4717D0A0}" dt="2022-07-01T12:32:46.804" v="193" actId="14826"/>
          <ac:picMkLst>
            <pc:docMk/>
            <pc:sldMk cId="1763059043" sldId="337"/>
            <ac:picMk id="5" creationId="{723B332E-166D-4198-9BE3-46C96F9D0E3B}"/>
          </ac:picMkLst>
        </pc:picChg>
      </pc:sldChg>
      <pc:sldChg chg="modSp add mod ord">
        <pc:chgData name="Dan Thal" userId="ca96caf7-a7c4-4bf7-9438-a67ba53f0bb2" providerId="ADAL" clId="{FFDA872C-B51B-4FD5-B1CE-657D4717D0A0}" dt="2022-07-01T12:33:36.623" v="290" actId="20577"/>
        <pc:sldMkLst>
          <pc:docMk/>
          <pc:sldMk cId="3915649620" sldId="338"/>
        </pc:sldMkLst>
        <pc:spChg chg="mod">
          <ac:chgData name="Dan Thal" userId="ca96caf7-a7c4-4bf7-9438-a67ba53f0bb2" providerId="ADAL" clId="{FFDA872C-B51B-4FD5-B1CE-657D4717D0A0}" dt="2022-07-01T12:33:36.623" v="290" actId="20577"/>
          <ac:spMkLst>
            <pc:docMk/>
            <pc:sldMk cId="3915649620" sldId="338"/>
            <ac:spMk id="2" creationId="{47709ACC-FAF8-424B-B310-3593972C1649}"/>
          </ac:spMkLst>
        </pc:spChg>
        <pc:picChg chg="mod">
          <ac:chgData name="Dan Thal" userId="ca96caf7-a7c4-4bf7-9438-a67ba53f0bb2" providerId="ADAL" clId="{FFDA872C-B51B-4FD5-B1CE-657D4717D0A0}" dt="2022-07-01T12:33:10.717" v="215" actId="14826"/>
          <ac:picMkLst>
            <pc:docMk/>
            <pc:sldMk cId="3915649620" sldId="338"/>
            <ac:picMk id="5" creationId="{723B332E-166D-4198-9BE3-46C96F9D0E3B}"/>
          </ac:picMkLst>
        </pc:picChg>
      </pc:sldChg>
      <pc:sldChg chg="modSp add mod">
        <pc:chgData name="Dan Thal" userId="ca96caf7-a7c4-4bf7-9438-a67ba53f0bb2" providerId="ADAL" clId="{FFDA872C-B51B-4FD5-B1CE-657D4717D0A0}" dt="2022-07-01T12:34:01.148" v="333" actId="20577"/>
        <pc:sldMkLst>
          <pc:docMk/>
          <pc:sldMk cId="1539905429" sldId="339"/>
        </pc:sldMkLst>
        <pc:spChg chg="mod">
          <ac:chgData name="Dan Thal" userId="ca96caf7-a7c4-4bf7-9438-a67ba53f0bb2" providerId="ADAL" clId="{FFDA872C-B51B-4FD5-B1CE-657D4717D0A0}" dt="2022-07-01T12:34:01.148" v="333" actId="20577"/>
          <ac:spMkLst>
            <pc:docMk/>
            <pc:sldMk cId="1539905429" sldId="339"/>
            <ac:spMk id="2" creationId="{47709ACC-FAF8-424B-B310-3593972C1649}"/>
          </ac:spMkLst>
        </pc:spChg>
        <pc:picChg chg="mod">
          <ac:chgData name="Dan Thal" userId="ca96caf7-a7c4-4bf7-9438-a67ba53f0bb2" providerId="ADAL" clId="{FFDA872C-B51B-4FD5-B1CE-657D4717D0A0}" dt="2022-07-01T12:33:45.463" v="292" actId="14826"/>
          <ac:picMkLst>
            <pc:docMk/>
            <pc:sldMk cId="1539905429" sldId="339"/>
            <ac:picMk id="5" creationId="{723B332E-166D-4198-9BE3-46C96F9D0E3B}"/>
          </ac:picMkLst>
        </pc:picChg>
      </pc:sldChg>
      <pc:sldChg chg="addSp modSp add mod">
        <pc:chgData name="Dan Thal" userId="ca96caf7-a7c4-4bf7-9438-a67ba53f0bb2" providerId="ADAL" clId="{FFDA872C-B51B-4FD5-B1CE-657D4717D0A0}" dt="2022-07-01T13:05:47.465" v="506" actId="12788"/>
        <pc:sldMkLst>
          <pc:docMk/>
          <pc:sldMk cId="975684117" sldId="340"/>
        </pc:sldMkLst>
        <pc:spChg chg="mod">
          <ac:chgData name="Dan Thal" userId="ca96caf7-a7c4-4bf7-9438-a67ba53f0bb2" providerId="ADAL" clId="{FFDA872C-B51B-4FD5-B1CE-657D4717D0A0}" dt="2022-07-01T12:34:23.050" v="344" actId="20577"/>
          <ac:spMkLst>
            <pc:docMk/>
            <pc:sldMk cId="975684117" sldId="340"/>
            <ac:spMk id="2" creationId="{47709ACC-FAF8-424B-B310-3593972C1649}"/>
          </ac:spMkLst>
        </pc:spChg>
        <pc:spChg chg="add mod">
          <ac:chgData name="Dan Thal" userId="ca96caf7-a7c4-4bf7-9438-a67ba53f0bb2" providerId="ADAL" clId="{FFDA872C-B51B-4FD5-B1CE-657D4717D0A0}" dt="2022-07-01T13:05:47.465" v="506" actId="12788"/>
          <ac:spMkLst>
            <pc:docMk/>
            <pc:sldMk cId="975684117" sldId="340"/>
            <ac:spMk id="3" creationId="{D0BF2FB1-0B9E-4495-B04A-AA5F0FB0B88B}"/>
          </ac:spMkLst>
        </pc:spChg>
        <pc:picChg chg="mod">
          <ac:chgData name="Dan Thal" userId="ca96caf7-a7c4-4bf7-9438-a67ba53f0bb2" providerId="ADAL" clId="{FFDA872C-B51B-4FD5-B1CE-657D4717D0A0}" dt="2022-07-01T12:34:16.490" v="336" actId="14826"/>
          <ac:picMkLst>
            <pc:docMk/>
            <pc:sldMk cId="975684117" sldId="340"/>
            <ac:picMk id="5" creationId="{723B332E-166D-4198-9BE3-46C96F9D0E3B}"/>
          </ac:picMkLst>
        </pc:picChg>
      </pc:sldChg>
      <pc:sldChg chg="modSp add mod">
        <pc:chgData name="Dan Thal" userId="ca96caf7-a7c4-4bf7-9438-a67ba53f0bb2" providerId="ADAL" clId="{FFDA872C-B51B-4FD5-B1CE-657D4717D0A0}" dt="2022-07-01T12:37:12.845" v="394" actId="14826"/>
        <pc:sldMkLst>
          <pc:docMk/>
          <pc:sldMk cId="442792548" sldId="341"/>
        </pc:sldMkLst>
        <pc:spChg chg="mod">
          <ac:chgData name="Dan Thal" userId="ca96caf7-a7c4-4bf7-9438-a67ba53f0bb2" providerId="ADAL" clId="{FFDA872C-B51B-4FD5-B1CE-657D4717D0A0}" dt="2022-07-01T12:35:20.487" v="391" actId="20577"/>
          <ac:spMkLst>
            <pc:docMk/>
            <pc:sldMk cId="442792548" sldId="341"/>
            <ac:spMk id="2" creationId="{47709ACC-FAF8-424B-B310-3593972C1649}"/>
          </ac:spMkLst>
        </pc:spChg>
        <pc:picChg chg="mod">
          <ac:chgData name="Dan Thal" userId="ca96caf7-a7c4-4bf7-9438-a67ba53f0bb2" providerId="ADAL" clId="{FFDA872C-B51B-4FD5-B1CE-657D4717D0A0}" dt="2022-07-01T12:37:12.845" v="394" actId="14826"/>
          <ac:picMkLst>
            <pc:docMk/>
            <pc:sldMk cId="442792548" sldId="341"/>
            <ac:picMk id="5" creationId="{723B332E-166D-4198-9BE3-46C96F9D0E3B}"/>
          </ac:picMkLst>
        </pc:picChg>
      </pc:sldChg>
      <pc:sldChg chg="addSp modSp add mod">
        <pc:chgData name="Dan Thal" userId="ca96caf7-a7c4-4bf7-9438-a67ba53f0bb2" providerId="ADAL" clId="{FFDA872C-B51B-4FD5-B1CE-657D4717D0A0}" dt="2022-07-01T12:40:58.203" v="406" actId="1076"/>
        <pc:sldMkLst>
          <pc:docMk/>
          <pc:sldMk cId="492403637" sldId="342"/>
        </pc:sldMkLst>
        <pc:picChg chg="add mod">
          <ac:chgData name="Dan Thal" userId="ca96caf7-a7c4-4bf7-9438-a67ba53f0bb2" providerId="ADAL" clId="{FFDA872C-B51B-4FD5-B1CE-657D4717D0A0}" dt="2022-07-01T12:40:58.203" v="406" actId="1076"/>
          <ac:picMkLst>
            <pc:docMk/>
            <pc:sldMk cId="492403637" sldId="342"/>
            <ac:picMk id="4" creationId="{23F5B543-E426-4BB8-AC09-7C41FE0D33A0}"/>
          </ac:picMkLst>
        </pc:picChg>
        <pc:cxnChg chg="add mod">
          <ac:chgData name="Dan Thal" userId="ca96caf7-a7c4-4bf7-9438-a67ba53f0bb2" providerId="ADAL" clId="{FFDA872C-B51B-4FD5-B1CE-657D4717D0A0}" dt="2022-07-01T12:40:55.188" v="405" actId="1076"/>
          <ac:cxnSpMkLst>
            <pc:docMk/>
            <pc:sldMk cId="492403637" sldId="342"/>
            <ac:cxnSpMk id="6" creationId="{D89C87BC-72CB-448F-9028-0C84C6E90E9A}"/>
          </ac:cxnSpMkLst>
        </pc:cxnChg>
      </pc:sldChg>
      <pc:sldChg chg="addSp delSp modSp add mod">
        <pc:chgData name="Dan Thal" userId="ca96caf7-a7c4-4bf7-9438-a67ba53f0bb2" providerId="ADAL" clId="{FFDA872C-B51B-4FD5-B1CE-657D4717D0A0}" dt="2022-07-01T12:41:57.869" v="417" actId="14100"/>
        <pc:sldMkLst>
          <pc:docMk/>
          <pc:sldMk cId="1085158966" sldId="343"/>
        </pc:sldMkLst>
        <pc:picChg chg="del">
          <ac:chgData name="Dan Thal" userId="ca96caf7-a7c4-4bf7-9438-a67ba53f0bb2" providerId="ADAL" clId="{FFDA872C-B51B-4FD5-B1CE-657D4717D0A0}" dt="2022-07-01T12:41:05.836" v="408" actId="478"/>
          <ac:picMkLst>
            <pc:docMk/>
            <pc:sldMk cId="1085158966" sldId="343"/>
            <ac:picMk id="4" creationId="{23F5B543-E426-4BB8-AC09-7C41FE0D33A0}"/>
          </ac:picMkLst>
        </pc:picChg>
        <pc:picChg chg="add mod">
          <ac:chgData name="Dan Thal" userId="ca96caf7-a7c4-4bf7-9438-a67ba53f0bb2" providerId="ADAL" clId="{FFDA872C-B51B-4FD5-B1CE-657D4717D0A0}" dt="2022-07-01T12:41:42.173" v="414" actId="1076"/>
          <ac:picMkLst>
            <pc:docMk/>
            <pc:sldMk cId="1085158966" sldId="343"/>
            <ac:picMk id="7" creationId="{915E042B-67FC-41D2-AF31-D7C7A14E63DC}"/>
          </ac:picMkLst>
        </pc:picChg>
        <pc:cxnChg chg="mod">
          <ac:chgData name="Dan Thal" userId="ca96caf7-a7c4-4bf7-9438-a67ba53f0bb2" providerId="ADAL" clId="{FFDA872C-B51B-4FD5-B1CE-657D4717D0A0}" dt="2022-07-01T12:41:57.869" v="417" actId="14100"/>
          <ac:cxnSpMkLst>
            <pc:docMk/>
            <pc:sldMk cId="1085158966" sldId="343"/>
            <ac:cxnSpMk id="6" creationId="{D89C87BC-72CB-448F-9028-0C84C6E90E9A}"/>
          </ac:cxnSpMkLst>
        </pc:cxnChg>
      </pc:sldChg>
      <pc:sldChg chg="modSp add">
        <pc:chgData name="Dan Thal" userId="ca96caf7-a7c4-4bf7-9438-a67ba53f0bb2" providerId="ADAL" clId="{FFDA872C-B51B-4FD5-B1CE-657D4717D0A0}" dt="2022-07-01T13:18:48.082" v="527" actId="14826"/>
        <pc:sldMkLst>
          <pc:docMk/>
          <pc:sldMk cId="3008030631" sldId="344"/>
        </pc:sldMkLst>
        <pc:picChg chg="mod">
          <ac:chgData name="Dan Thal" userId="ca96caf7-a7c4-4bf7-9438-a67ba53f0bb2" providerId="ADAL" clId="{FFDA872C-B51B-4FD5-B1CE-657D4717D0A0}" dt="2022-07-01T13:18:48.082" v="527" actId="14826"/>
          <ac:picMkLst>
            <pc:docMk/>
            <pc:sldMk cId="3008030631" sldId="344"/>
            <ac:picMk id="5" creationId="{723B332E-166D-4198-9BE3-46C96F9D0E3B}"/>
          </ac:picMkLst>
        </pc:picChg>
      </pc:sldChg>
      <pc:sldChg chg="modSp add mod">
        <pc:chgData name="Dan Thal" userId="ca96caf7-a7c4-4bf7-9438-a67ba53f0bb2" providerId="ADAL" clId="{FFDA872C-B51B-4FD5-B1CE-657D4717D0A0}" dt="2022-07-01T13:21:35.780" v="575" actId="20577"/>
        <pc:sldMkLst>
          <pc:docMk/>
          <pc:sldMk cId="439593337" sldId="345"/>
        </pc:sldMkLst>
        <pc:spChg chg="mod">
          <ac:chgData name="Dan Thal" userId="ca96caf7-a7c4-4bf7-9438-a67ba53f0bb2" providerId="ADAL" clId="{FFDA872C-B51B-4FD5-B1CE-657D4717D0A0}" dt="2022-07-01T13:21:35.780" v="575" actId="20577"/>
          <ac:spMkLst>
            <pc:docMk/>
            <pc:sldMk cId="439593337" sldId="345"/>
            <ac:spMk id="2" creationId="{47709ACC-FAF8-424B-B310-3593972C1649}"/>
          </ac:spMkLst>
        </pc:spChg>
        <pc:picChg chg="mod">
          <ac:chgData name="Dan Thal" userId="ca96caf7-a7c4-4bf7-9438-a67ba53f0bb2" providerId="ADAL" clId="{FFDA872C-B51B-4FD5-B1CE-657D4717D0A0}" dt="2022-07-01T13:18:53.973" v="528" actId="14826"/>
          <ac:picMkLst>
            <pc:docMk/>
            <pc:sldMk cId="439593337" sldId="345"/>
            <ac:picMk id="5" creationId="{723B332E-166D-4198-9BE3-46C96F9D0E3B}"/>
          </ac:picMkLst>
        </pc:picChg>
      </pc:sldChg>
      <pc:sldChg chg="modSp add mod">
        <pc:chgData name="Dan Thal" userId="ca96caf7-a7c4-4bf7-9438-a67ba53f0bb2" providerId="ADAL" clId="{FFDA872C-B51B-4FD5-B1CE-657D4717D0A0}" dt="2022-07-01T13:21:44.536" v="582" actId="20577"/>
        <pc:sldMkLst>
          <pc:docMk/>
          <pc:sldMk cId="4244213800" sldId="346"/>
        </pc:sldMkLst>
        <pc:spChg chg="mod">
          <ac:chgData name="Dan Thal" userId="ca96caf7-a7c4-4bf7-9438-a67ba53f0bb2" providerId="ADAL" clId="{FFDA872C-B51B-4FD5-B1CE-657D4717D0A0}" dt="2022-07-01T13:21:44.536" v="582" actId="20577"/>
          <ac:spMkLst>
            <pc:docMk/>
            <pc:sldMk cId="4244213800" sldId="346"/>
            <ac:spMk id="2" creationId="{47709ACC-FAF8-424B-B310-3593972C1649}"/>
          </ac:spMkLst>
        </pc:spChg>
        <pc:picChg chg="mod">
          <ac:chgData name="Dan Thal" userId="ca96caf7-a7c4-4bf7-9438-a67ba53f0bb2" providerId="ADAL" clId="{FFDA872C-B51B-4FD5-B1CE-657D4717D0A0}" dt="2022-07-01T13:21:41.339" v="576" actId="14826"/>
          <ac:picMkLst>
            <pc:docMk/>
            <pc:sldMk cId="4244213800" sldId="346"/>
            <ac:picMk id="5" creationId="{723B332E-166D-4198-9BE3-46C96F9D0E3B}"/>
          </ac:picMkLst>
        </pc:picChg>
      </pc:sldChg>
    </pc:docChg>
  </pc:docChgLst>
  <pc:docChgLst>
    <pc:chgData name="Dan Thal" userId="ca96caf7-a7c4-4bf7-9438-a67ba53f0bb2" providerId="ADAL" clId="{27F3593B-D9F6-4BC1-B782-8B0E10019F84}"/>
    <pc:docChg chg="undo custSel addSld delSld modSld modSection">
      <pc:chgData name="Dan Thal" userId="ca96caf7-a7c4-4bf7-9438-a67ba53f0bb2" providerId="ADAL" clId="{27F3593B-D9F6-4BC1-B782-8B0E10019F84}" dt="2022-08-22T13:19:25.567" v="787" actId="20577"/>
      <pc:docMkLst>
        <pc:docMk/>
      </pc:docMkLst>
      <pc:sldChg chg="modSp mod">
        <pc:chgData name="Dan Thal" userId="ca96caf7-a7c4-4bf7-9438-a67ba53f0bb2" providerId="ADAL" clId="{27F3593B-D9F6-4BC1-B782-8B0E10019F84}" dt="2022-08-22T12:39:55.112" v="9" actId="20577"/>
        <pc:sldMkLst>
          <pc:docMk/>
          <pc:sldMk cId="616564442" sldId="302"/>
        </pc:sldMkLst>
        <pc:spChg chg="mod">
          <ac:chgData name="Dan Thal" userId="ca96caf7-a7c4-4bf7-9438-a67ba53f0bb2" providerId="ADAL" clId="{27F3593B-D9F6-4BC1-B782-8B0E10019F84}" dt="2022-08-22T12:39:55.112" v="9" actId="20577"/>
          <ac:spMkLst>
            <pc:docMk/>
            <pc:sldMk cId="616564442" sldId="302"/>
            <ac:spMk id="4" creationId="{A987A3FC-C33B-47B5-A307-6E8BFB491999}"/>
          </ac:spMkLst>
        </pc:spChg>
      </pc:sldChg>
      <pc:sldChg chg="modSp mod modAnim">
        <pc:chgData name="Dan Thal" userId="ca96caf7-a7c4-4bf7-9438-a67ba53f0bb2" providerId="ADAL" clId="{27F3593B-D9F6-4BC1-B782-8B0E10019F84}" dt="2022-08-22T12:53:28.731" v="94" actId="14"/>
        <pc:sldMkLst>
          <pc:docMk/>
          <pc:sldMk cId="1539905429" sldId="339"/>
        </pc:sldMkLst>
        <pc:spChg chg="mod">
          <ac:chgData name="Dan Thal" userId="ca96caf7-a7c4-4bf7-9438-a67ba53f0bb2" providerId="ADAL" clId="{27F3593B-D9F6-4BC1-B782-8B0E10019F84}" dt="2022-08-22T12:53:28.731" v="94" actId="14"/>
          <ac:spMkLst>
            <pc:docMk/>
            <pc:sldMk cId="1539905429" sldId="339"/>
            <ac:spMk id="4" creationId="{BB464029-16BD-4F22-BEDE-5BB45FE19088}"/>
          </ac:spMkLst>
        </pc:spChg>
      </pc:sldChg>
      <pc:sldChg chg="del">
        <pc:chgData name="Dan Thal" userId="ca96caf7-a7c4-4bf7-9438-a67ba53f0bb2" providerId="ADAL" clId="{27F3593B-D9F6-4BC1-B782-8B0E10019F84}" dt="2022-08-22T12:53:18.429" v="91" actId="47"/>
        <pc:sldMkLst>
          <pc:docMk/>
          <pc:sldMk cId="1012349475" sldId="347"/>
        </pc:sldMkLst>
      </pc:sldChg>
      <pc:sldChg chg="modSp">
        <pc:chgData name="Dan Thal" userId="ca96caf7-a7c4-4bf7-9438-a67ba53f0bb2" providerId="ADAL" clId="{27F3593B-D9F6-4BC1-B782-8B0E10019F84}" dt="2022-08-22T12:53:36.306" v="95" actId="114"/>
        <pc:sldMkLst>
          <pc:docMk/>
          <pc:sldMk cId="2295957172" sldId="348"/>
        </pc:sldMkLst>
        <pc:spChg chg="mod">
          <ac:chgData name="Dan Thal" userId="ca96caf7-a7c4-4bf7-9438-a67ba53f0bb2" providerId="ADAL" clId="{27F3593B-D9F6-4BC1-B782-8B0E10019F84}" dt="2022-08-22T12:53:36.306" v="95" actId="114"/>
          <ac:spMkLst>
            <pc:docMk/>
            <pc:sldMk cId="2295957172" sldId="348"/>
            <ac:spMk id="4" creationId="{BB464029-16BD-4F22-BEDE-5BB45FE19088}"/>
          </ac:spMkLst>
        </pc:spChg>
      </pc:sldChg>
      <pc:sldChg chg="addSp delSp modSp mod modAnim">
        <pc:chgData name="Dan Thal" userId="ca96caf7-a7c4-4bf7-9438-a67ba53f0bb2" providerId="ADAL" clId="{27F3593B-D9F6-4BC1-B782-8B0E10019F84}" dt="2022-08-22T12:54:24.894" v="154" actId="404"/>
        <pc:sldMkLst>
          <pc:docMk/>
          <pc:sldMk cId="2554663142" sldId="349"/>
        </pc:sldMkLst>
        <pc:spChg chg="mod">
          <ac:chgData name="Dan Thal" userId="ca96caf7-a7c4-4bf7-9438-a67ba53f0bb2" providerId="ADAL" clId="{27F3593B-D9F6-4BC1-B782-8B0E10019F84}" dt="2022-08-22T12:54:24.894" v="154" actId="404"/>
          <ac:spMkLst>
            <pc:docMk/>
            <pc:sldMk cId="2554663142" sldId="349"/>
            <ac:spMk id="2" creationId="{47709ACC-FAF8-424B-B310-3593972C1649}"/>
          </ac:spMkLst>
        </pc:spChg>
        <pc:spChg chg="del">
          <ac:chgData name="Dan Thal" userId="ca96caf7-a7c4-4bf7-9438-a67ba53f0bb2" providerId="ADAL" clId="{27F3593B-D9F6-4BC1-B782-8B0E10019F84}" dt="2022-08-22T12:45:17.313" v="18" actId="931"/>
          <ac:spMkLst>
            <pc:docMk/>
            <pc:sldMk cId="2554663142" sldId="349"/>
            <ac:spMk id="4" creationId="{BB464029-16BD-4F22-BEDE-5BB45FE19088}"/>
          </ac:spMkLst>
        </pc:spChg>
        <pc:picChg chg="add mod">
          <ac:chgData name="Dan Thal" userId="ca96caf7-a7c4-4bf7-9438-a67ba53f0bb2" providerId="ADAL" clId="{27F3593B-D9F6-4BC1-B782-8B0E10019F84}" dt="2022-08-22T12:51:58.115" v="60" actId="14826"/>
          <ac:picMkLst>
            <pc:docMk/>
            <pc:sldMk cId="2554663142" sldId="349"/>
            <ac:picMk id="5" creationId="{86266542-4018-42AF-9F1E-D94D9D689BC6}"/>
          </ac:picMkLst>
        </pc:picChg>
      </pc:sldChg>
      <pc:sldChg chg="modSp add mod">
        <pc:chgData name="Dan Thal" userId="ca96caf7-a7c4-4bf7-9438-a67ba53f0bb2" providerId="ADAL" clId="{27F3593B-D9F6-4BC1-B782-8B0E10019F84}" dt="2022-08-22T12:55:06.886" v="239" actId="20577"/>
        <pc:sldMkLst>
          <pc:docMk/>
          <pc:sldMk cId="62481471" sldId="350"/>
        </pc:sldMkLst>
        <pc:spChg chg="mod">
          <ac:chgData name="Dan Thal" userId="ca96caf7-a7c4-4bf7-9438-a67ba53f0bb2" providerId="ADAL" clId="{27F3593B-D9F6-4BC1-B782-8B0E10019F84}" dt="2022-08-22T12:55:06.886" v="239" actId="20577"/>
          <ac:spMkLst>
            <pc:docMk/>
            <pc:sldMk cId="62481471" sldId="350"/>
            <ac:spMk id="2" creationId="{47709ACC-FAF8-424B-B310-3593972C1649}"/>
          </ac:spMkLst>
        </pc:spChg>
        <pc:picChg chg="mod">
          <ac:chgData name="Dan Thal" userId="ca96caf7-a7c4-4bf7-9438-a67ba53f0bb2" providerId="ADAL" clId="{27F3593B-D9F6-4BC1-B782-8B0E10019F84}" dt="2022-08-22T12:51:53.644" v="59" actId="14826"/>
          <ac:picMkLst>
            <pc:docMk/>
            <pc:sldMk cId="62481471" sldId="350"/>
            <ac:picMk id="5" creationId="{86266542-4018-42AF-9F1E-D94D9D689BC6}"/>
          </ac:picMkLst>
        </pc:picChg>
      </pc:sldChg>
      <pc:sldChg chg="modSp add mod">
        <pc:chgData name="Dan Thal" userId="ca96caf7-a7c4-4bf7-9438-a67ba53f0bb2" providerId="ADAL" clId="{27F3593B-D9F6-4BC1-B782-8B0E10019F84}" dt="2022-08-22T12:55:31.034" v="301" actId="27636"/>
        <pc:sldMkLst>
          <pc:docMk/>
          <pc:sldMk cId="3828119774" sldId="351"/>
        </pc:sldMkLst>
        <pc:spChg chg="mod">
          <ac:chgData name="Dan Thal" userId="ca96caf7-a7c4-4bf7-9438-a67ba53f0bb2" providerId="ADAL" clId="{27F3593B-D9F6-4BC1-B782-8B0E10019F84}" dt="2022-08-22T12:55:31.034" v="301" actId="27636"/>
          <ac:spMkLst>
            <pc:docMk/>
            <pc:sldMk cId="3828119774" sldId="351"/>
            <ac:spMk id="2" creationId="{47709ACC-FAF8-424B-B310-3593972C1649}"/>
          </ac:spMkLst>
        </pc:spChg>
        <pc:picChg chg="mod">
          <ac:chgData name="Dan Thal" userId="ca96caf7-a7c4-4bf7-9438-a67ba53f0bb2" providerId="ADAL" clId="{27F3593B-D9F6-4BC1-B782-8B0E10019F84}" dt="2022-08-22T12:51:49.509" v="58" actId="14826"/>
          <ac:picMkLst>
            <pc:docMk/>
            <pc:sldMk cId="3828119774" sldId="351"/>
            <ac:picMk id="5" creationId="{86266542-4018-42AF-9F1E-D94D9D689BC6}"/>
          </ac:picMkLst>
        </pc:picChg>
      </pc:sldChg>
      <pc:sldChg chg="add del">
        <pc:chgData name="Dan Thal" userId="ca96caf7-a7c4-4bf7-9438-a67ba53f0bb2" providerId="ADAL" clId="{27F3593B-D9F6-4BC1-B782-8B0E10019F84}" dt="2022-08-22T13:01:39.028" v="320" actId="47"/>
        <pc:sldMkLst>
          <pc:docMk/>
          <pc:sldMk cId="3406431419" sldId="352"/>
        </pc:sldMkLst>
      </pc:sldChg>
      <pc:sldChg chg="modSp add mod modShow">
        <pc:chgData name="Dan Thal" userId="ca96caf7-a7c4-4bf7-9438-a67ba53f0bb2" providerId="ADAL" clId="{27F3593B-D9F6-4BC1-B782-8B0E10019F84}" dt="2022-08-22T12:58:17.237" v="319" actId="729"/>
        <pc:sldMkLst>
          <pc:docMk/>
          <pc:sldMk cId="3302272106" sldId="353"/>
        </pc:sldMkLst>
        <pc:spChg chg="mod">
          <ac:chgData name="Dan Thal" userId="ca96caf7-a7c4-4bf7-9438-a67ba53f0bb2" providerId="ADAL" clId="{27F3593B-D9F6-4BC1-B782-8B0E10019F84}" dt="2022-08-22T12:58:12.322" v="318" actId="20577"/>
          <ac:spMkLst>
            <pc:docMk/>
            <pc:sldMk cId="3302272106" sldId="353"/>
            <ac:spMk id="2" creationId="{47709ACC-FAF8-424B-B310-3593972C1649}"/>
          </ac:spMkLst>
        </pc:spChg>
        <pc:picChg chg="mod">
          <ac:chgData name="Dan Thal" userId="ca96caf7-a7c4-4bf7-9438-a67ba53f0bb2" providerId="ADAL" clId="{27F3593B-D9F6-4BC1-B782-8B0E10019F84}" dt="2022-08-22T12:57:54.438" v="304" actId="14826"/>
          <ac:picMkLst>
            <pc:docMk/>
            <pc:sldMk cId="3302272106" sldId="353"/>
            <ac:picMk id="5" creationId="{86266542-4018-42AF-9F1E-D94D9D689BC6}"/>
          </ac:picMkLst>
        </pc:picChg>
      </pc:sldChg>
      <pc:sldChg chg="modSp add mod modShow">
        <pc:chgData name="Dan Thal" userId="ca96caf7-a7c4-4bf7-9438-a67ba53f0bb2" providerId="ADAL" clId="{27F3593B-D9F6-4BC1-B782-8B0E10019F84}" dt="2022-08-22T12:58:17.237" v="319" actId="729"/>
        <pc:sldMkLst>
          <pc:docMk/>
          <pc:sldMk cId="2163937717" sldId="354"/>
        </pc:sldMkLst>
        <pc:spChg chg="mod">
          <ac:chgData name="Dan Thal" userId="ca96caf7-a7c4-4bf7-9438-a67ba53f0bb2" providerId="ADAL" clId="{27F3593B-D9F6-4BC1-B782-8B0E10019F84}" dt="2022-08-22T12:58:09.012" v="312" actId="20577"/>
          <ac:spMkLst>
            <pc:docMk/>
            <pc:sldMk cId="2163937717" sldId="354"/>
            <ac:spMk id="2" creationId="{47709ACC-FAF8-424B-B310-3593972C1649}"/>
          </ac:spMkLst>
        </pc:spChg>
        <pc:picChg chg="mod">
          <ac:chgData name="Dan Thal" userId="ca96caf7-a7c4-4bf7-9438-a67ba53f0bb2" providerId="ADAL" clId="{27F3593B-D9F6-4BC1-B782-8B0E10019F84}" dt="2022-08-22T12:58:01.681" v="306" actId="14826"/>
          <ac:picMkLst>
            <pc:docMk/>
            <pc:sldMk cId="2163937717" sldId="354"/>
            <ac:picMk id="5" creationId="{86266542-4018-42AF-9F1E-D94D9D689BC6}"/>
          </ac:picMkLst>
        </pc:picChg>
      </pc:sldChg>
      <pc:sldChg chg="addSp delSp modSp add mod">
        <pc:chgData name="Dan Thal" userId="ca96caf7-a7c4-4bf7-9438-a67ba53f0bb2" providerId="ADAL" clId="{27F3593B-D9F6-4BC1-B782-8B0E10019F84}" dt="2022-08-22T13:19:25.567" v="787" actId="20577"/>
        <pc:sldMkLst>
          <pc:docMk/>
          <pc:sldMk cId="206419854" sldId="355"/>
        </pc:sldMkLst>
        <pc:spChg chg="mod">
          <ac:chgData name="Dan Thal" userId="ca96caf7-a7c4-4bf7-9438-a67ba53f0bb2" providerId="ADAL" clId="{27F3593B-D9F6-4BC1-B782-8B0E10019F84}" dt="2022-08-22T13:04:06.553" v="331" actId="20577"/>
          <ac:spMkLst>
            <pc:docMk/>
            <pc:sldMk cId="206419854" sldId="355"/>
            <ac:spMk id="2" creationId="{47709ACC-FAF8-424B-B310-3593972C1649}"/>
          </ac:spMkLst>
        </pc:spChg>
        <pc:spChg chg="add mod">
          <ac:chgData name="Dan Thal" userId="ca96caf7-a7c4-4bf7-9438-a67ba53f0bb2" providerId="ADAL" clId="{27F3593B-D9F6-4BC1-B782-8B0E10019F84}" dt="2022-08-22T13:19:25.567" v="787" actId="20577"/>
          <ac:spMkLst>
            <pc:docMk/>
            <pc:sldMk cId="206419854" sldId="355"/>
            <ac:spMk id="4" creationId="{EFEF86B2-931F-40F9-B8A4-6ED536BAB6DD}"/>
          </ac:spMkLst>
        </pc:spChg>
        <pc:picChg chg="del">
          <ac:chgData name="Dan Thal" userId="ca96caf7-a7c4-4bf7-9438-a67ba53f0bb2" providerId="ADAL" clId="{27F3593B-D9F6-4BC1-B782-8B0E10019F84}" dt="2022-08-22T13:04:08.116" v="332" actId="478"/>
          <ac:picMkLst>
            <pc:docMk/>
            <pc:sldMk cId="206419854" sldId="355"/>
            <ac:picMk id="5" creationId="{86266542-4018-42AF-9F1E-D94D9D689BC6}"/>
          </ac:picMkLst>
        </pc:picChg>
      </pc:sldChg>
    </pc:docChg>
  </pc:docChgLst>
  <pc:docChgLst>
    <pc:chgData name="Dan Thal" userId="ca96caf7-a7c4-4bf7-9438-a67ba53f0bb2" providerId="ADAL" clId="{EC02646C-CD86-422F-BB6E-0FEEE62B140D}"/>
    <pc:docChg chg="undo custSel addSld delSld modSld sldOrd modSection">
      <pc:chgData name="Dan Thal" userId="ca96caf7-a7c4-4bf7-9438-a67ba53f0bb2" providerId="ADAL" clId="{EC02646C-CD86-422F-BB6E-0FEEE62B140D}" dt="2022-06-28T14:55:56.287" v="7755" actId="20577"/>
      <pc:docMkLst>
        <pc:docMk/>
      </pc:docMkLst>
      <pc:sldChg chg="modSp mod modAnim modNotesTx">
        <pc:chgData name="Dan Thal" userId="ca96caf7-a7c4-4bf7-9438-a67ba53f0bb2" providerId="ADAL" clId="{EC02646C-CD86-422F-BB6E-0FEEE62B140D}" dt="2022-06-28T13:19:21.535" v="6435" actId="20577"/>
        <pc:sldMkLst>
          <pc:docMk/>
          <pc:sldMk cId="482840310" sldId="298"/>
        </pc:sldMkLst>
        <pc:spChg chg="mod">
          <ac:chgData name="Dan Thal" userId="ca96caf7-a7c4-4bf7-9438-a67ba53f0bb2" providerId="ADAL" clId="{EC02646C-CD86-422F-BB6E-0FEEE62B140D}" dt="2022-06-28T13:19:21.535" v="6435" actId="20577"/>
          <ac:spMkLst>
            <pc:docMk/>
            <pc:sldMk cId="482840310" sldId="298"/>
            <ac:spMk id="2" creationId="{47709ACC-FAF8-424B-B310-3593972C1649}"/>
          </ac:spMkLst>
        </pc:spChg>
        <pc:spChg chg="mod">
          <ac:chgData name="Dan Thal" userId="ca96caf7-a7c4-4bf7-9438-a67ba53f0bb2" providerId="ADAL" clId="{EC02646C-CD86-422F-BB6E-0FEEE62B140D}" dt="2022-06-27T15:43:54.976" v="123" actId="20577"/>
          <ac:spMkLst>
            <pc:docMk/>
            <pc:sldMk cId="482840310" sldId="298"/>
            <ac:spMk id="3" creationId="{8737E2B0-5C61-478E-BE24-D13DFBBED73E}"/>
          </ac:spMkLst>
        </pc:spChg>
      </pc:sldChg>
      <pc:sldChg chg="modSp mod">
        <pc:chgData name="Dan Thal" userId="ca96caf7-a7c4-4bf7-9438-a67ba53f0bb2" providerId="ADAL" clId="{EC02646C-CD86-422F-BB6E-0FEEE62B140D}" dt="2022-06-28T00:26:02.337" v="6429" actId="20577"/>
        <pc:sldMkLst>
          <pc:docMk/>
          <pc:sldMk cId="616564442" sldId="302"/>
        </pc:sldMkLst>
        <pc:spChg chg="mod">
          <ac:chgData name="Dan Thal" userId="ca96caf7-a7c4-4bf7-9438-a67ba53f0bb2" providerId="ADAL" clId="{EC02646C-CD86-422F-BB6E-0FEEE62B140D}" dt="2022-06-27T15:39:52.241" v="15" actId="20577"/>
          <ac:spMkLst>
            <pc:docMk/>
            <pc:sldMk cId="616564442" sldId="302"/>
            <ac:spMk id="2" creationId="{C062FC02-C7CB-43EB-A40C-985CD4549559}"/>
          </ac:spMkLst>
        </pc:spChg>
        <pc:spChg chg="mod">
          <ac:chgData name="Dan Thal" userId="ca96caf7-a7c4-4bf7-9438-a67ba53f0bb2" providerId="ADAL" clId="{EC02646C-CD86-422F-BB6E-0FEEE62B140D}" dt="2022-06-27T15:39:55.247" v="17" actId="6549"/>
          <ac:spMkLst>
            <pc:docMk/>
            <pc:sldMk cId="616564442" sldId="302"/>
            <ac:spMk id="3" creationId="{93B31E79-27E5-4820-8D9D-B649F445CB00}"/>
          </ac:spMkLst>
        </pc:spChg>
        <pc:spChg chg="mod">
          <ac:chgData name="Dan Thal" userId="ca96caf7-a7c4-4bf7-9438-a67ba53f0bb2" providerId="ADAL" clId="{EC02646C-CD86-422F-BB6E-0FEEE62B140D}" dt="2022-06-28T00:26:02.337" v="6429" actId="20577"/>
          <ac:spMkLst>
            <pc:docMk/>
            <pc:sldMk cId="616564442" sldId="302"/>
            <ac:spMk id="4" creationId="{A987A3FC-C33B-47B5-A307-6E8BFB491999}"/>
          </ac:spMkLst>
        </pc:spChg>
      </pc:sldChg>
      <pc:sldChg chg="addSp delSp modSp add mod modNotesTx">
        <pc:chgData name="Dan Thal" userId="ca96caf7-a7c4-4bf7-9438-a67ba53f0bb2" providerId="ADAL" clId="{EC02646C-CD86-422F-BB6E-0FEEE62B140D}" dt="2022-06-28T13:58:24.006" v="6659" actId="313"/>
        <pc:sldMkLst>
          <pc:docMk/>
          <pc:sldMk cId="2725869990" sldId="303"/>
        </pc:sldMkLst>
        <pc:spChg chg="mod">
          <ac:chgData name="Dan Thal" userId="ca96caf7-a7c4-4bf7-9438-a67ba53f0bb2" providerId="ADAL" clId="{EC02646C-CD86-422F-BB6E-0FEEE62B140D}" dt="2022-06-27T15:44:02.376" v="145" actId="20577"/>
          <ac:spMkLst>
            <pc:docMk/>
            <pc:sldMk cId="2725869990" sldId="303"/>
            <ac:spMk id="2" creationId="{47709ACC-FAF8-424B-B310-3593972C1649}"/>
          </ac:spMkLst>
        </pc:spChg>
        <pc:spChg chg="del mod">
          <ac:chgData name="Dan Thal" userId="ca96caf7-a7c4-4bf7-9438-a67ba53f0bb2" providerId="ADAL" clId="{EC02646C-CD86-422F-BB6E-0FEEE62B140D}" dt="2022-06-27T15:44:25.616" v="147" actId="931"/>
          <ac:spMkLst>
            <pc:docMk/>
            <pc:sldMk cId="2725869990" sldId="303"/>
            <ac:spMk id="3" creationId="{8737E2B0-5C61-478E-BE24-D13DFBBED73E}"/>
          </ac:spMkLst>
        </pc:spChg>
        <pc:spChg chg="add mod">
          <ac:chgData name="Dan Thal" userId="ca96caf7-a7c4-4bf7-9438-a67ba53f0bb2" providerId="ADAL" clId="{EC02646C-CD86-422F-BB6E-0FEEE62B140D}" dt="2022-06-27T18:00:00.509" v="2700" actId="20577"/>
          <ac:spMkLst>
            <pc:docMk/>
            <pc:sldMk cId="2725869990" sldId="303"/>
            <ac:spMk id="6" creationId="{011EDB85-CD3F-41A9-8625-017A7F3C61C0}"/>
          </ac:spMkLst>
        </pc:spChg>
        <pc:picChg chg="add mod">
          <ac:chgData name="Dan Thal" userId="ca96caf7-a7c4-4bf7-9438-a67ba53f0bb2" providerId="ADAL" clId="{EC02646C-CD86-422F-BB6E-0FEEE62B140D}" dt="2022-06-27T15:44:40.930" v="151" actId="12789"/>
          <ac:picMkLst>
            <pc:docMk/>
            <pc:sldMk cId="2725869990" sldId="303"/>
            <ac:picMk id="5" creationId="{28A1512F-E3C2-4C0F-8AF8-A91988A31B8A}"/>
          </ac:picMkLst>
        </pc:picChg>
      </pc:sldChg>
      <pc:sldChg chg="modSp add del mod">
        <pc:chgData name="Dan Thal" userId="ca96caf7-a7c4-4bf7-9438-a67ba53f0bb2" providerId="ADAL" clId="{EC02646C-CD86-422F-BB6E-0FEEE62B140D}" dt="2022-06-27T18:09:58.127" v="3659" actId="47"/>
        <pc:sldMkLst>
          <pc:docMk/>
          <pc:sldMk cId="4266502561" sldId="304"/>
        </pc:sldMkLst>
        <pc:spChg chg="mod">
          <ac:chgData name="Dan Thal" userId="ca96caf7-a7c4-4bf7-9438-a67ba53f0bb2" providerId="ADAL" clId="{EC02646C-CD86-422F-BB6E-0FEEE62B140D}" dt="2022-06-27T15:53:34.210" v="535" actId="20577"/>
          <ac:spMkLst>
            <pc:docMk/>
            <pc:sldMk cId="4266502561" sldId="304"/>
            <ac:spMk id="2" creationId="{47709ACC-FAF8-424B-B310-3593972C1649}"/>
          </ac:spMkLst>
        </pc:spChg>
        <pc:spChg chg="mod">
          <ac:chgData name="Dan Thal" userId="ca96caf7-a7c4-4bf7-9438-a67ba53f0bb2" providerId="ADAL" clId="{EC02646C-CD86-422F-BB6E-0FEEE62B140D}" dt="2022-06-27T15:58:30.078" v="1121" actId="120"/>
          <ac:spMkLst>
            <pc:docMk/>
            <pc:sldMk cId="4266502561" sldId="304"/>
            <ac:spMk id="3" creationId="{8737E2B0-5C61-478E-BE24-D13DFBBED73E}"/>
          </ac:spMkLst>
        </pc:spChg>
      </pc:sldChg>
      <pc:sldChg chg="modSp add del mod">
        <pc:chgData name="Dan Thal" userId="ca96caf7-a7c4-4bf7-9438-a67ba53f0bb2" providerId="ADAL" clId="{EC02646C-CD86-422F-BB6E-0FEEE62B140D}" dt="2022-06-27T18:51:56.714" v="4279" actId="47"/>
        <pc:sldMkLst>
          <pc:docMk/>
          <pc:sldMk cId="2121947256" sldId="305"/>
        </pc:sldMkLst>
        <pc:spChg chg="mod">
          <ac:chgData name="Dan Thal" userId="ca96caf7-a7c4-4bf7-9438-a67ba53f0bb2" providerId="ADAL" clId="{EC02646C-CD86-422F-BB6E-0FEEE62B140D}" dt="2022-06-27T18:36:01.058" v="4024" actId="20577"/>
          <ac:spMkLst>
            <pc:docMk/>
            <pc:sldMk cId="2121947256" sldId="305"/>
            <ac:spMk id="2" creationId="{47709ACC-FAF8-424B-B310-3593972C1649}"/>
          </ac:spMkLst>
        </pc:spChg>
        <pc:spChg chg="mod">
          <ac:chgData name="Dan Thal" userId="ca96caf7-a7c4-4bf7-9438-a67ba53f0bb2" providerId="ADAL" clId="{EC02646C-CD86-422F-BB6E-0FEEE62B140D}" dt="2022-06-27T18:36:26.031" v="4149" actId="20577"/>
          <ac:spMkLst>
            <pc:docMk/>
            <pc:sldMk cId="2121947256" sldId="305"/>
            <ac:spMk id="3" creationId="{8737E2B0-5C61-478E-BE24-D13DFBBED73E}"/>
          </ac:spMkLst>
        </pc:spChg>
      </pc:sldChg>
      <pc:sldChg chg="modSp add del mod">
        <pc:chgData name="Dan Thal" userId="ca96caf7-a7c4-4bf7-9438-a67ba53f0bb2" providerId="ADAL" clId="{EC02646C-CD86-422F-BB6E-0FEEE62B140D}" dt="2022-06-27T16:50:52.931" v="2649" actId="47"/>
        <pc:sldMkLst>
          <pc:docMk/>
          <pc:sldMk cId="1487262722" sldId="306"/>
        </pc:sldMkLst>
        <pc:spChg chg="mod">
          <ac:chgData name="Dan Thal" userId="ca96caf7-a7c4-4bf7-9438-a67ba53f0bb2" providerId="ADAL" clId="{EC02646C-CD86-422F-BB6E-0FEEE62B140D}" dt="2022-06-27T15:56:04.566" v="884" actId="20577"/>
          <ac:spMkLst>
            <pc:docMk/>
            <pc:sldMk cId="1487262722" sldId="306"/>
            <ac:spMk id="2" creationId="{47709ACC-FAF8-424B-B310-3593972C1649}"/>
          </ac:spMkLst>
        </pc:spChg>
        <pc:spChg chg="mod">
          <ac:chgData name="Dan Thal" userId="ca96caf7-a7c4-4bf7-9438-a67ba53f0bb2" providerId="ADAL" clId="{EC02646C-CD86-422F-BB6E-0FEEE62B140D}" dt="2022-06-27T16:04:16.385" v="1725" actId="27636"/>
          <ac:spMkLst>
            <pc:docMk/>
            <pc:sldMk cId="1487262722" sldId="306"/>
            <ac:spMk id="3" creationId="{8737E2B0-5C61-478E-BE24-D13DFBBED73E}"/>
          </ac:spMkLst>
        </pc:spChg>
      </pc:sldChg>
      <pc:sldChg chg="del">
        <pc:chgData name="Dan Thal" userId="ca96caf7-a7c4-4bf7-9438-a67ba53f0bb2" providerId="ADAL" clId="{EC02646C-CD86-422F-BB6E-0FEEE62B140D}" dt="2022-06-27T15:40:02.521" v="33" actId="47"/>
        <pc:sldMkLst>
          <pc:docMk/>
          <pc:sldMk cId="2183793948" sldId="307"/>
        </pc:sldMkLst>
      </pc:sldChg>
      <pc:sldChg chg="modSp add del mod">
        <pc:chgData name="Dan Thal" userId="ca96caf7-a7c4-4bf7-9438-a67ba53f0bb2" providerId="ADAL" clId="{EC02646C-CD86-422F-BB6E-0FEEE62B140D}" dt="2022-06-27T16:51:02.880" v="2652" actId="47"/>
        <pc:sldMkLst>
          <pc:docMk/>
          <pc:sldMk cId="3164136723" sldId="307"/>
        </pc:sldMkLst>
        <pc:spChg chg="mod">
          <ac:chgData name="Dan Thal" userId="ca96caf7-a7c4-4bf7-9438-a67ba53f0bb2" providerId="ADAL" clId="{EC02646C-CD86-422F-BB6E-0FEEE62B140D}" dt="2022-06-27T15:58:39.761" v="1126" actId="20577"/>
          <ac:spMkLst>
            <pc:docMk/>
            <pc:sldMk cId="3164136723" sldId="307"/>
            <ac:spMk id="2" creationId="{47709ACC-FAF8-424B-B310-3593972C1649}"/>
          </ac:spMkLst>
        </pc:spChg>
        <pc:spChg chg="mod">
          <ac:chgData name="Dan Thal" userId="ca96caf7-a7c4-4bf7-9438-a67ba53f0bb2" providerId="ADAL" clId="{EC02646C-CD86-422F-BB6E-0FEEE62B140D}" dt="2022-06-27T16:01:04.610" v="1350" actId="20577"/>
          <ac:spMkLst>
            <pc:docMk/>
            <pc:sldMk cId="3164136723" sldId="307"/>
            <ac:spMk id="3" creationId="{8737E2B0-5C61-478E-BE24-D13DFBBED73E}"/>
          </ac:spMkLst>
        </pc:spChg>
      </pc:sldChg>
      <pc:sldChg chg="modSp add del mod">
        <pc:chgData name="Dan Thal" userId="ca96caf7-a7c4-4bf7-9438-a67ba53f0bb2" providerId="ADAL" clId="{EC02646C-CD86-422F-BB6E-0FEEE62B140D}" dt="2022-06-27T16:50:47.543" v="2648" actId="47"/>
        <pc:sldMkLst>
          <pc:docMk/>
          <pc:sldMk cId="3801238519" sldId="308"/>
        </pc:sldMkLst>
        <pc:spChg chg="mod">
          <ac:chgData name="Dan Thal" userId="ca96caf7-a7c4-4bf7-9438-a67ba53f0bb2" providerId="ADAL" clId="{EC02646C-CD86-422F-BB6E-0FEEE62B140D}" dt="2022-06-27T16:02:48.138" v="1584" actId="20577"/>
          <ac:spMkLst>
            <pc:docMk/>
            <pc:sldMk cId="3801238519" sldId="308"/>
            <ac:spMk id="2" creationId="{47709ACC-FAF8-424B-B310-3593972C1649}"/>
          </ac:spMkLst>
        </pc:spChg>
        <pc:spChg chg="mod">
          <ac:chgData name="Dan Thal" userId="ca96caf7-a7c4-4bf7-9438-a67ba53f0bb2" providerId="ADAL" clId="{EC02646C-CD86-422F-BB6E-0FEEE62B140D}" dt="2022-06-27T16:04:06.844" v="1723" actId="20577"/>
          <ac:spMkLst>
            <pc:docMk/>
            <pc:sldMk cId="3801238519" sldId="308"/>
            <ac:spMk id="3" creationId="{8737E2B0-5C61-478E-BE24-D13DFBBED73E}"/>
          </ac:spMkLst>
        </pc:spChg>
      </pc:sldChg>
      <pc:sldChg chg="addSp delSp modSp add mod modAnim modNotesTx">
        <pc:chgData name="Dan Thal" userId="ca96caf7-a7c4-4bf7-9438-a67ba53f0bb2" providerId="ADAL" clId="{EC02646C-CD86-422F-BB6E-0FEEE62B140D}" dt="2022-06-28T14:18:26.649" v="7323" actId="20577"/>
        <pc:sldMkLst>
          <pc:docMk/>
          <pc:sldMk cId="762750054" sldId="309"/>
        </pc:sldMkLst>
        <pc:spChg chg="mod">
          <ac:chgData name="Dan Thal" userId="ca96caf7-a7c4-4bf7-9438-a67ba53f0bb2" providerId="ADAL" clId="{EC02646C-CD86-422F-BB6E-0FEEE62B140D}" dt="2022-06-27T16:12:33.259" v="2130" actId="20577"/>
          <ac:spMkLst>
            <pc:docMk/>
            <pc:sldMk cId="762750054" sldId="309"/>
            <ac:spMk id="2" creationId="{47709ACC-FAF8-424B-B310-3593972C1649}"/>
          </ac:spMkLst>
        </pc:spChg>
        <pc:spChg chg="mod">
          <ac:chgData name="Dan Thal" userId="ca96caf7-a7c4-4bf7-9438-a67ba53f0bb2" providerId="ADAL" clId="{EC02646C-CD86-422F-BB6E-0FEEE62B140D}" dt="2022-06-28T14:18:03.127" v="7274" actId="20577"/>
          <ac:spMkLst>
            <pc:docMk/>
            <pc:sldMk cId="762750054" sldId="309"/>
            <ac:spMk id="3" creationId="{8737E2B0-5C61-478E-BE24-D13DFBBED73E}"/>
          </ac:spMkLst>
        </pc:spChg>
        <pc:spChg chg="add del mod">
          <ac:chgData name="Dan Thal" userId="ca96caf7-a7c4-4bf7-9438-a67ba53f0bb2" providerId="ADAL" clId="{EC02646C-CD86-422F-BB6E-0FEEE62B140D}" dt="2022-06-28T00:11:26.486" v="6389"/>
          <ac:spMkLst>
            <pc:docMk/>
            <pc:sldMk cId="762750054" sldId="309"/>
            <ac:spMk id="4" creationId="{2F860F0D-8224-4EAE-9B80-8A8ABB39E486}"/>
          </ac:spMkLst>
        </pc:spChg>
        <pc:spChg chg="add del mod">
          <ac:chgData name="Dan Thal" userId="ca96caf7-a7c4-4bf7-9438-a67ba53f0bb2" providerId="ADAL" clId="{EC02646C-CD86-422F-BB6E-0FEEE62B140D}" dt="2022-06-28T00:11:24.603" v="6387"/>
          <ac:spMkLst>
            <pc:docMk/>
            <pc:sldMk cId="762750054" sldId="309"/>
            <ac:spMk id="5" creationId="{1E278BD4-F96E-42F1-A277-E57E890CBD57}"/>
          </ac:spMkLst>
        </pc:spChg>
      </pc:sldChg>
      <pc:sldChg chg="modSp add mod">
        <pc:chgData name="Dan Thal" userId="ca96caf7-a7c4-4bf7-9438-a67ba53f0bb2" providerId="ADAL" clId="{EC02646C-CD86-422F-BB6E-0FEEE62B140D}" dt="2022-06-27T18:53:31.852" v="4471" actId="20577"/>
        <pc:sldMkLst>
          <pc:docMk/>
          <pc:sldMk cId="1733876908" sldId="310"/>
        </pc:sldMkLst>
        <pc:spChg chg="mod">
          <ac:chgData name="Dan Thal" userId="ca96caf7-a7c4-4bf7-9438-a67ba53f0bb2" providerId="ADAL" clId="{EC02646C-CD86-422F-BB6E-0FEEE62B140D}" dt="2022-06-27T16:14:57.120" v="2542" actId="20577"/>
          <ac:spMkLst>
            <pc:docMk/>
            <pc:sldMk cId="1733876908" sldId="310"/>
            <ac:spMk id="2" creationId="{47709ACC-FAF8-424B-B310-3593972C1649}"/>
          </ac:spMkLst>
        </pc:spChg>
        <pc:spChg chg="mod">
          <ac:chgData name="Dan Thal" userId="ca96caf7-a7c4-4bf7-9438-a67ba53f0bb2" providerId="ADAL" clId="{EC02646C-CD86-422F-BB6E-0FEEE62B140D}" dt="2022-06-27T18:53:31.852" v="4471" actId="20577"/>
          <ac:spMkLst>
            <pc:docMk/>
            <pc:sldMk cId="1733876908" sldId="310"/>
            <ac:spMk id="3" creationId="{8737E2B0-5C61-478E-BE24-D13DFBBED73E}"/>
          </ac:spMkLst>
        </pc:spChg>
      </pc:sldChg>
      <pc:sldChg chg="addSp delSp modSp add mod modAnim modNotesTx">
        <pc:chgData name="Dan Thal" userId="ca96caf7-a7c4-4bf7-9438-a67ba53f0bb2" providerId="ADAL" clId="{EC02646C-CD86-422F-BB6E-0FEEE62B140D}" dt="2022-06-28T14:16:11.636" v="7162" actId="20577"/>
        <pc:sldMkLst>
          <pc:docMk/>
          <pc:sldMk cId="882193651" sldId="311"/>
        </pc:sldMkLst>
        <pc:spChg chg="mod">
          <ac:chgData name="Dan Thal" userId="ca96caf7-a7c4-4bf7-9438-a67ba53f0bb2" providerId="ADAL" clId="{EC02646C-CD86-422F-BB6E-0FEEE62B140D}" dt="2022-06-28T14:16:11.636" v="7162" actId="20577"/>
          <ac:spMkLst>
            <pc:docMk/>
            <pc:sldMk cId="882193651" sldId="311"/>
            <ac:spMk id="3" creationId="{8737E2B0-5C61-478E-BE24-D13DFBBED73E}"/>
          </ac:spMkLst>
        </pc:spChg>
        <pc:picChg chg="add del mod">
          <ac:chgData name="Dan Thal" userId="ca96caf7-a7c4-4bf7-9438-a67ba53f0bb2" providerId="ADAL" clId="{EC02646C-CD86-422F-BB6E-0FEEE62B140D}" dt="2022-06-27T18:23:48.535" v="3796" actId="478"/>
          <ac:picMkLst>
            <pc:docMk/>
            <pc:sldMk cId="882193651" sldId="311"/>
            <ac:picMk id="5" creationId="{C6E15D94-CD36-4319-AD33-201F1C2EA1F9}"/>
          </ac:picMkLst>
        </pc:picChg>
        <pc:picChg chg="add mod">
          <ac:chgData name="Dan Thal" userId="ca96caf7-a7c4-4bf7-9438-a67ba53f0bb2" providerId="ADAL" clId="{EC02646C-CD86-422F-BB6E-0FEEE62B140D}" dt="2022-06-28T14:13:03.065" v="7136" actId="14826"/>
          <ac:picMkLst>
            <pc:docMk/>
            <pc:sldMk cId="882193651" sldId="311"/>
            <ac:picMk id="6" creationId="{38C6BFFF-D5EB-4472-8F3B-5704582AD756}"/>
          </ac:picMkLst>
        </pc:picChg>
      </pc:sldChg>
      <pc:sldChg chg="addSp delSp modSp add mod modAnim modNotesTx">
        <pc:chgData name="Dan Thal" userId="ca96caf7-a7c4-4bf7-9438-a67ba53f0bb2" providerId="ADAL" clId="{EC02646C-CD86-422F-BB6E-0FEEE62B140D}" dt="2022-06-28T14:15:04.522" v="7151" actId="20577"/>
        <pc:sldMkLst>
          <pc:docMk/>
          <pc:sldMk cId="2138671625" sldId="312"/>
        </pc:sldMkLst>
        <pc:spChg chg="mod">
          <ac:chgData name="Dan Thal" userId="ca96caf7-a7c4-4bf7-9438-a67ba53f0bb2" providerId="ADAL" clId="{EC02646C-CD86-422F-BB6E-0FEEE62B140D}" dt="2022-06-27T16:49:09.336" v="2627" actId="20577"/>
          <ac:spMkLst>
            <pc:docMk/>
            <pc:sldMk cId="2138671625" sldId="312"/>
            <ac:spMk id="2" creationId="{47709ACC-FAF8-424B-B310-3593972C1649}"/>
          </ac:spMkLst>
        </pc:spChg>
        <pc:spChg chg="mod">
          <ac:chgData name="Dan Thal" userId="ca96caf7-a7c4-4bf7-9438-a67ba53f0bb2" providerId="ADAL" clId="{EC02646C-CD86-422F-BB6E-0FEEE62B140D}" dt="2022-06-27T23:59:24.573" v="6218" actId="20577"/>
          <ac:spMkLst>
            <pc:docMk/>
            <pc:sldMk cId="2138671625" sldId="312"/>
            <ac:spMk id="3" creationId="{8737E2B0-5C61-478E-BE24-D13DFBBED73E}"/>
          </ac:spMkLst>
        </pc:spChg>
        <pc:spChg chg="add mod">
          <ac:chgData name="Dan Thal" userId="ca96caf7-a7c4-4bf7-9438-a67ba53f0bb2" providerId="ADAL" clId="{EC02646C-CD86-422F-BB6E-0FEEE62B140D}" dt="2022-06-28T14:12:43.171" v="7133" actId="1035"/>
          <ac:spMkLst>
            <pc:docMk/>
            <pc:sldMk cId="2138671625" sldId="312"/>
            <ac:spMk id="9" creationId="{45FD3DEB-DACA-4070-A1F2-11073800C41F}"/>
          </ac:spMkLst>
        </pc:spChg>
        <pc:spChg chg="add mod">
          <ac:chgData name="Dan Thal" userId="ca96caf7-a7c4-4bf7-9438-a67ba53f0bb2" providerId="ADAL" clId="{EC02646C-CD86-422F-BB6E-0FEEE62B140D}" dt="2022-06-28T14:12:49.384" v="7134" actId="1076"/>
          <ac:spMkLst>
            <pc:docMk/>
            <pc:sldMk cId="2138671625" sldId="312"/>
            <ac:spMk id="10" creationId="{FEDD9015-4E72-4096-BB96-5026374A7602}"/>
          </ac:spMkLst>
        </pc:spChg>
        <pc:spChg chg="add mod">
          <ac:chgData name="Dan Thal" userId="ca96caf7-a7c4-4bf7-9438-a67ba53f0bb2" providerId="ADAL" clId="{EC02646C-CD86-422F-BB6E-0FEEE62B140D}" dt="2022-06-28T14:12:32.476" v="7126" actId="1035"/>
          <ac:spMkLst>
            <pc:docMk/>
            <pc:sldMk cId="2138671625" sldId="312"/>
            <ac:spMk id="11" creationId="{31BC0E46-AB80-489B-98CB-8A579C1B3B2E}"/>
          </ac:spMkLst>
        </pc:spChg>
        <pc:spChg chg="add mod">
          <ac:chgData name="Dan Thal" userId="ca96caf7-a7c4-4bf7-9438-a67ba53f0bb2" providerId="ADAL" clId="{EC02646C-CD86-422F-BB6E-0FEEE62B140D}" dt="2022-06-28T14:12:54.482" v="7135" actId="1076"/>
          <ac:spMkLst>
            <pc:docMk/>
            <pc:sldMk cId="2138671625" sldId="312"/>
            <ac:spMk id="12" creationId="{92F9E5CD-5F33-48E1-A2CE-D61C65090F21}"/>
          </ac:spMkLst>
        </pc:spChg>
        <pc:spChg chg="add del">
          <ac:chgData name="Dan Thal" userId="ca96caf7-a7c4-4bf7-9438-a67ba53f0bb2" providerId="ADAL" clId="{EC02646C-CD86-422F-BB6E-0FEEE62B140D}" dt="2022-06-27T18:27:21.317" v="3906" actId="22"/>
          <ac:spMkLst>
            <pc:docMk/>
            <pc:sldMk cId="2138671625" sldId="312"/>
            <ac:spMk id="14" creationId="{9BC396D0-F6D2-4960-85F1-C538AE091AF2}"/>
          </ac:spMkLst>
        </pc:spChg>
        <pc:picChg chg="mod">
          <ac:chgData name="Dan Thal" userId="ca96caf7-a7c4-4bf7-9438-a67ba53f0bb2" providerId="ADAL" clId="{EC02646C-CD86-422F-BB6E-0FEEE62B140D}" dt="2022-06-28T14:12:26.571" v="7121" actId="1035"/>
          <ac:picMkLst>
            <pc:docMk/>
            <pc:sldMk cId="2138671625" sldId="312"/>
            <ac:picMk id="5" creationId="{C6E15D94-CD36-4319-AD33-201F1C2EA1F9}"/>
          </ac:picMkLst>
        </pc:picChg>
        <pc:cxnChg chg="add del mod">
          <ac:chgData name="Dan Thal" userId="ca96caf7-a7c4-4bf7-9438-a67ba53f0bb2" providerId="ADAL" clId="{EC02646C-CD86-422F-BB6E-0FEEE62B140D}" dt="2022-06-27T18:13:24.197" v="3744" actId="478"/>
          <ac:cxnSpMkLst>
            <pc:docMk/>
            <pc:sldMk cId="2138671625" sldId="312"/>
            <ac:cxnSpMk id="6" creationId="{662D323D-A290-4DEB-B8DC-70D9B9EAA2FE}"/>
          </ac:cxnSpMkLst>
        </pc:cxnChg>
        <pc:cxnChg chg="add del mod">
          <ac:chgData name="Dan Thal" userId="ca96caf7-a7c4-4bf7-9438-a67ba53f0bb2" providerId="ADAL" clId="{EC02646C-CD86-422F-BB6E-0FEEE62B140D}" dt="2022-06-27T18:14:12.385" v="3748" actId="478"/>
          <ac:cxnSpMkLst>
            <pc:docMk/>
            <pc:sldMk cId="2138671625" sldId="312"/>
            <ac:cxnSpMk id="8" creationId="{89EC2B56-BA75-4840-BBD9-100DBEE676A7}"/>
          </ac:cxnSpMkLst>
        </pc:cxnChg>
      </pc:sldChg>
      <pc:sldChg chg="modSp add mod modNotesTx">
        <pc:chgData name="Dan Thal" userId="ca96caf7-a7c4-4bf7-9438-a67ba53f0bb2" providerId="ADAL" clId="{EC02646C-CD86-422F-BB6E-0FEEE62B140D}" dt="2022-06-28T14:55:56.287" v="7755" actId="20577"/>
        <pc:sldMkLst>
          <pc:docMk/>
          <pc:sldMk cId="3037962661" sldId="313"/>
        </pc:sldMkLst>
        <pc:spChg chg="mod">
          <ac:chgData name="Dan Thal" userId="ca96caf7-a7c4-4bf7-9438-a67ba53f0bb2" providerId="ADAL" clId="{EC02646C-CD86-422F-BB6E-0FEEE62B140D}" dt="2022-06-27T16:50:18.726" v="2645" actId="20577"/>
          <ac:spMkLst>
            <pc:docMk/>
            <pc:sldMk cId="3037962661" sldId="313"/>
            <ac:spMk id="2" creationId="{47709ACC-FAF8-424B-B310-3593972C1649}"/>
          </ac:spMkLst>
        </pc:spChg>
        <pc:spChg chg="mod">
          <ac:chgData name="Dan Thal" userId="ca96caf7-a7c4-4bf7-9438-a67ba53f0bb2" providerId="ADAL" clId="{EC02646C-CD86-422F-BB6E-0FEEE62B140D}" dt="2022-06-28T14:16:39.046" v="7189" actId="20577"/>
          <ac:spMkLst>
            <pc:docMk/>
            <pc:sldMk cId="3037962661" sldId="313"/>
            <ac:spMk id="3" creationId="{8737E2B0-5C61-478E-BE24-D13DFBBED73E}"/>
          </ac:spMkLst>
        </pc:spChg>
        <pc:picChg chg="mod">
          <ac:chgData name="Dan Thal" userId="ca96caf7-a7c4-4bf7-9438-a67ba53f0bb2" providerId="ADAL" clId="{EC02646C-CD86-422F-BB6E-0FEEE62B140D}" dt="2022-06-28T14:13:22.420" v="7139" actId="14826"/>
          <ac:picMkLst>
            <pc:docMk/>
            <pc:sldMk cId="3037962661" sldId="313"/>
            <ac:picMk id="5" creationId="{C6E15D94-CD36-4319-AD33-201F1C2EA1F9}"/>
          </ac:picMkLst>
        </pc:picChg>
      </pc:sldChg>
      <pc:sldChg chg="modSp add del mod">
        <pc:chgData name="Dan Thal" userId="ca96caf7-a7c4-4bf7-9438-a67ba53f0bb2" providerId="ADAL" clId="{EC02646C-CD86-422F-BB6E-0FEEE62B140D}" dt="2022-06-27T18:00:48.437" v="2709" actId="47"/>
        <pc:sldMkLst>
          <pc:docMk/>
          <pc:sldMk cId="3190489855" sldId="314"/>
        </pc:sldMkLst>
        <pc:spChg chg="mod">
          <ac:chgData name="Dan Thal" userId="ca96caf7-a7c4-4bf7-9438-a67ba53f0bb2" providerId="ADAL" clId="{EC02646C-CD86-422F-BB6E-0FEEE62B140D}" dt="2022-06-27T18:00:41.849" v="2707" actId="20577"/>
          <ac:spMkLst>
            <pc:docMk/>
            <pc:sldMk cId="3190489855" sldId="314"/>
            <ac:spMk id="2" creationId="{47709ACC-FAF8-424B-B310-3593972C1649}"/>
          </ac:spMkLst>
        </pc:spChg>
      </pc:sldChg>
      <pc:sldChg chg="modSp add del mod modNotesTx">
        <pc:chgData name="Dan Thal" userId="ca96caf7-a7c4-4bf7-9438-a67ba53f0bb2" providerId="ADAL" clId="{EC02646C-CD86-422F-BB6E-0FEEE62B140D}" dt="2022-06-28T14:17:06.138" v="7195" actId="47"/>
        <pc:sldMkLst>
          <pc:docMk/>
          <pc:sldMk cId="3645614801" sldId="315"/>
        </pc:sldMkLst>
        <pc:spChg chg="mod">
          <ac:chgData name="Dan Thal" userId="ca96caf7-a7c4-4bf7-9438-a67ba53f0bb2" providerId="ADAL" clId="{EC02646C-CD86-422F-BB6E-0FEEE62B140D}" dt="2022-06-27T18:00:51.512" v="2715" actId="20577"/>
          <ac:spMkLst>
            <pc:docMk/>
            <pc:sldMk cId="3645614801" sldId="315"/>
            <ac:spMk id="2" creationId="{47709ACC-FAF8-424B-B310-3593972C1649}"/>
          </ac:spMkLst>
        </pc:spChg>
        <pc:spChg chg="mod">
          <ac:chgData name="Dan Thal" userId="ca96caf7-a7c4-4bf7-9438-a67ba53f0bb2" providerId="ADAL" clId="{EC02646C-CD86-422F-BB6E-0FEEE62B140D}" dt="2022-06-27T18:33:06.248" v="4003" actId="20577"/>
          <ac:spMkLst>
            <pc:docMk/>
            <pc:sldMk cId="3645614801" sldId="315"/>
            <ac:spMk id="3" creationId="{8737E2B0-5C61-478E-BE24-D13DFBBED73E}"/>
          </ac:spMkLst>
        </pc:spChg>
      </pc:sldChg>
      <pc:sldChg chg="modSp add del mod">
        <pc:chgData name="Dan Thal" userId="ca96caf7-a7c4-4bf7-9438-a67ba53f0bb2" providerId="ADAL" clId="{EC02646C-CD86-422F-BB6E-0FEEE62B140D}" dt="2022-06-27T18:10:11.188" v="3660" actId="47"/>
        <pc:sldMkLst>
          <pc:docMk/>
          <pc:sldMk cId="2585962921" sldId="316"/>
        </pc:sldMkLst>
        <pc:spChg chg="mod">
          <ac:chgData name="Dan Thal" userId="ca96caf7-a7c4-4bf7-9438-a67ba53f0bb2" providerId="ADAL" clId="{EC02646C-CD86-422F-BB6E-0FEEE62B140D}" dt="2022-06-27T18:03:19.038" v="3131" actId="20577"/>
          <ac:spMkLst>
            <pc:docMk/>
            <pc:sldMk cId="2585962921" sldId="316"/>
            <ac:spMk id="2" creationId="{47709ACC-FAF8-424B-B310-3593972C1649}"/>
          </ac:spMkLst>
        </pc:spChg>
        <pc:spChg chg="mod">
          <ac:chgData name="Dan Thal" userId="ca96caf7-a7c4-4bf7-9438-a67ba53f0bb2" providerId="ADAL" clId="{EC02646C-CD86-422F-BB6E-0FEEE62B140D}" dt="2022-06-27T18:03:51.209" v="3210" actId="20577"/>
          <ac:spMkLst>
            <pc:docMk/>
            <pc:sldMk cId="2585962921" sldId="316"/>
            <ac:spMk id="3" creationId="{8737E2B0-5C61-478E-BE24-D13DFBBED73E}"/>
          </ac:spMkLst>
        </pc:spChg>
      </pc:sldChg>
      <pc:sldChg chg="modSp add del mod">
        <pc:chgData name="Dan Thal" userId="ca96caf7-a7c4-4bf7-9438-a67ba53f0bb2" providerId="ADAL" clId="{EC02646C-CD86-422F-BB6E-0FEEE62B140D}" dt="2022-06-27T23:23:27.328" v="5800" actId="2696"/>
        <pc:sldMkLst>
          <pc:docMk/>
          <pc:sldMk cId="1378918646" sldId="317"/>
        </pc:sldMkLst>
        <pc:spChg chg="mod">
          <ac:chgData name="Dan Thal" userId="ca96caf7-a7c4-4bf7-9438-a67ba53f0bb2" providerId="ADAL" clId="{EC02646C-CD86-422F-BB6E-0FEEE62B140D}" dt="2022-06-27T18:08:48.116" v="3658" actId="20577"/>
          <ac:spMkLst>
            <pc:docMk/>
            <pc:sldMk cId="1378918646" sldId="317"/>
            <ac:spMk id="3" creationId="{8737E2B0-5C61-478E-BE24-D13DFBBED73E}"/>
          </ac:spMkLst>
        </pc:spChg>
      </pc:sldChg>
      <pc:sldChg chg="add mod modShow">
        <pc:chgData name="Dan Thal" userId="ca96caf7-a7c4-4bf7-9438-a67ba53f0bb2" providerId="ADAL" clId="{EC02646C-CD86-422F-BB6E-0FEEE62B140D}" dt="2022-06-27T23:23:33.761" v="5802" actId="729"/>
        <pc:sldMkLst>
          <pc:docMk/>
          <pc:sldMk cId="2125854103" sldId="317"/>
        </pc:sldMkLst>
      </pc:sldChg>
      <pc:sldChg chg="modSp add del mod">
        <pc:chgData name="Dan Thal" userId="ca96caf7-a7c4-4bf7-9438-a67ba53f0bb2" providerId="ADAL" clId="{EC02646C-CD86-422F-BB6E-0FEEE62B140D}" dt="2022-06-27T23:23:27.328" v="5800" actId="2696"/>
        <pc:sldMkLst>
          <pc:docMk/>
          <pc:sldMk cId="1969474225" sldId="318"/>
        </pc:sldMkLst>
        <pc:spChg chg="mod">
          <ac:chgData name="Dan Thal" userId="ca96caf7-a7c4-4bf7-9438-a67ba53f0bb2" providerId="ADAL" clId="{EC02646C-CD86-422F-BB6E-0FEEE62B140D}" dt="2022-06-27T18:06:38.696" v="3414" actId="20577"/>
          <ac:spMkLst>
            <pc:docMk/>
            <pc:sldMk cId="1969474225" sldId="318"/>
            <ac:spMk id="3" creationId="{8737E2B0-5C61-478E-BE24-D13DFBBED73E}"/>
          </ac:spMkLst>
        </pc:spChg>
      </pc:sldChg>
      <pc:sldChg chg="add mod modShow">
        <pc:chgData name="Dan Thal" userId="ca96caf7-a7c4-4bf7-9438-a67ba53f0bb2" providerId="ADAL" clId="{EC02646C-CD86-422F-BB6E-0FEEE62B140D}" dt="2022-06-27T23:23:33.761" v="5802" actId="729"/>
        <pc:sldMkLst>
          <pc:docMk/>
          <pc:sldMk cId="3680574933" sldId="318"/>
        </pc:sldMkLst>
      </pc:sldChg>
      <pc:sldChg chg="delSp modSp add mod delAnim modAnim modNotesTx">
        <pc:chgData name="Dan Thal" userId="ca96caf7-a7c4-4bf7-9438-a67ba53f0bb2" providerId="ADAL" clId="{EC02646C-CD86-422F-BB6E-0FEEE62B140D}" dt="2022-06-28T14:11:53.302" v="7114" actId="14826"/>
        <pc:sldMkLst>
          <pc:docMk/>
          <pc:sldMk cId="3135942773" sldId="319"/>
        </pc:sldMkLst>
        <pc:spChg chg="mod">
          <ac:chgData name="Dan Thal" userId="ca96caf7-a7c4-4bf7-9438-a67ba53f0bb2" providerId="ADAL" clId="{EC02646C-CD86-422F-BB6E-0FEEE62B140D}" dt="2022-06-27T23:58:32.678" v="6212" actId="20577"/>
          <ac:spMkLst>
            <pc:docMk/>
            <pc:sldMk cId="3135942773" sldId="319"/>
            <ac:spMk id="3" creationId="{8737E2B0-5C61-478E-BE24-D13DFBBED73E}"/>
          </ac:spMkLst>
        </pc:spChg>
        <pc:spChg chg="del">
          <ac:chgData name="Dan Thal" userId="ca96caf7-a7c4-4bf7-9438-a67ba53f0bb2" providerId="ADAL" clId="{EC02646C-CD86-422F-BB6E-0FEEE62B140D}" dt="2022-06-27T18:19:31.937" v="3788" actId="478"/>
          <ac:spMkLst>
            <pc:docMk/>
            <pc:sldMk cId="3135942773" sldId="319"/>
            <ac:spMk id="9" creationId="{45FD3DEB-DACA-4070-A1F2-11073800C41F}"/>
          </ac:spMkLst>
        </pc:spChg>
        <pc:spChg chg="del">
          <ac:chgData name="Dan Thal" userId="ca96caf7-a7c4-4bf7-9438-a67ba53f0bb2" providerId="ADAL" clId="{EC02646C-CD86-422F-BB6E-0FEEE62B140D}" dt="2022-06-27T18:19:30.547" v="3787" actId="478"/>
          <ac:spMkLst>
            <pc:docMk/>
            <pc:sldMk cId="3135942773" sldId="319"/>
            <ac:spMk id="10" creationId="{FEDD9015-4E72-4096-BB96-5026374A7602}"/>
          </ac:spMkLst>
        </pc:spChg>
        <pc:spChg chg="del">
          <ac:chgData name="Dan Thal" userId="ca96caf7-a7c4-4bf7-9438-a67ba53f0bb2" providerId="ADAL" clId="{EC02646C-CD86-422F-BB6E-0FEEE62B140D}" dt="2022-06-27T18:19:26.754" v="3785" actId="478"/>
          <ac:spMkLst>
            <pc:docMk/>
            <pc:sldMk cId="3135942773" sldId="319"/>
            <ac:spMk id="11" creationId="{31BC0E46-AB80-489B-98CB-8A579C1B3B2E}"/>
          </ac:spMkLst>
        </pc:spChg>
        <pc:spChg chg="del">
          <ac:chgData name="Dan Thal" userId="ca96caf7-a7c4-4bf7-9438-a67ba53f0bb2" providerId="ADAL" clId="{EC02646C-CD86-422F-BB6E-0FEEE62B140D}" dt="2022-06-27T18:19:29.274" v="3786" actId="478"/>
          <ac:spMkLst>
            <pc:docMk/>
            <pc:sldMk cId="3135942773" sldId="319"/>
            <ac:spMk id="12" creationId="{92F9E5CD-5F33-48E1-A2CE-D61C65090F21}"/>
          </ac:spMkLst>
        </pc:spChg>
        <pc:picChg chg="mod">
          <ac:chgData name="Dan Thal" userId="ca96caf7-a7c4-4bf7-9438-a67ba53f0bb2" providerId="ADAL" clId="{EC02646C-CD86-422F-BB6E-0FEEE62B140D}" dt="2022-06-28T14:11:53.302" v="7114" actId="14826"/>
          <ac:picMkLst>
            <pc:docMk/>
            <pc:sldMk cId="3135942773" sldId="319"/>
            <ac:picMk id="5" creationId="{C6E15D94-CD36-4319-AD33-201F1C2EA1F9}"/>
          </ac:picMkLst>
        </pc:picChg>
      </pc:sldChg>
      <pc:sldChg chg="modSp add mod modNotesTx">
        <pc:chgData name="Dan Thal" userId="ca96caf7-a7c4-4bf7-9438-a67ba53f0bb2" providerId="ADAL" clId="{EC02646C-CD86-422F-BB6E-0FEEE62B140D}" dt="2022-06-28T14:16:25.029" v="7173" actId="20577"/>
        <pc:sldMkLst>
          <pc:docMk/>
          <pc:sldMk cId="3357349921" sldId="320"/>
        </pc:sldMkLst>
        <pc:spChg chg="mod">
          <ac:chgData name="Dan Thal" userId="ca96caf7-a7c4-4bf7-9438-a67ba53f0bb2" providerId="ADAL" clId="{EC02646C-CD86-422F-BB6E-0FEEE62B140D}" dt="2022-06-28T14:16:25.029" v="7173" actId="20577"/>
          <ac:spMkLst>
            <pc:docMk/>
            <pc:sldMk cId="3357349921" sldId="320"/>
            <ac:spMk id="3" creationId="{8737E2B0-5C61-478E-BE24-D13DFBBED73E}"/>
          </ac:spMkLst>
        </pc:spChg>
        <pc:picChg chg="mod">
          <ac:chgData name="Dan Thal" userId="ca96caf7-a7c4-4bf7-9438-a67ba53f0bb2" providerId="ADAL" clId="{EC02646C-CD86-422F-BB6E-0FEEE62B140D}" dt="2022-06-28T14:13:09.076" v="7137" actId="14826"/>
          <ac:picMkLst>
            <pc:docMk/>
            <pc:sldMk cId="3357349921" sldId="320"/>
            <ac:picMk id="5" creationId="{C6E15D94-CD36-4319-AD33-201F1C2EA1F9}"/>
          </ac:picMkLst>
        </pc:picChg>
      </pc:sldChg>
      <pc:sldChg chg="modSp add mod modAnim modNotesTx">
        <pc:chgData name="Dan Thal" userId="ca96caf7-a7c4-4bf7-9438-a67ba53f0bb2" providerId="ADAL" clId="{EC02646C-CD86-422F-BB6E-0FEEE62B140D}" dt="2022-06-28T14:16:35.896" v="7181" actId="20577"/>
        <pc:sldMkLst>
          <pc:docMk/>
          <pc:sldMk cId="3731262148" sldId="321"/>
        </pc:sldMkLst>
        <pc:spChg chg="mod">
          <ac:chgData name="Dan Thal" userId="ca96caf7-a7c4-4bf7-9438-a67ba53f0bb2" providerId="ADAL" clId="{EC02646C-CD86-422F-BB6E-0FEEE62B140D}" dt="2022-06-28T14:16:35.896" v="7181" actId="20577"/>
          <ac:spMkLst>
            <pc:docMk/>
            <pc:sldMk cId="3731262148" sldId="321"/>
            <ac:spMk id="3" creationId="{8737E2B0-5C61-478E-BE24-D13DFBBED73E}"/>
          </ac:spMkLst>
        </pc:spChg>
        <pc:picChg chg="mod">
          <ac:chgData name="Dan Thal" userId="ca96caf7-a7c4-4bf7-9438-a67ba53f0bb2" providerId="ADAL" clId="{EC02646C-CD86-422F-BB6E-0FEEE62B140D}" dt="2022-06-28T14:13:15.865" v="7138" actId="14826"/>
          <ac:picMkLst>
            <pc:docMk/>
            <pc:sldMk cId="3731262148" sldId="321"/>
            <ac:picMk id="5" creationId="{C6E15D94-CD36-4319-AD33-201F1C2EA1F9}"/>
          </ac:picMkLst>
        </pc:picChg>
      </pc:sldChg>
      <pc:sldChg chg="modSp add mod modAnim modNotesTx">
        <pc:chgData name="Dan Thal" userId="ca96caf7-a7c4-4bf7-9438-a67ba53f0bb2" providerId="ADAL" clId="{EC02646C-CD86-422F-BB6E-0FEEE62B140D}" dt="2022-06-28T14:13:59.464" v="7140" actId="14826"/>
        <pc:sldMkLst>
          <pc:docMk/>
          <pc:sldMk cId="1086783073" sldId="322"/>
        </pc:sldMkLst>
        <pc:spChg chg="mod">
          <ac:chgData name="Dan Thal" userId="ca96caf7-a7c4-4bf7-9438-a67ba53f0bb2" providerId="ADAL" clId="{EC02646C-CD86-422F-BB6E-0FEEE62B140D}" dt="2022-06-27T18:48:36.780" v="4152"/>
          <ac:spMkLst>
            <pc:docMk/>
            <pc:sldMk cId="1086783073" sldId="322"/>
            <ac:spMk id="2" creationId="{47709ACC-FAF8-424B-B310-3593972C1649}"/>
          </ac:spMkLst>
        </pc:spChg>
        <pc:spChg chg="mod">
          <ac:chgData name="Dan Thal" userId="ca96caf7-a7c4-4bf7-9438-a67ba53f0bb2" providerId="ADAL" clId="{EC02646C-CD86-422F-BB6E-0FEEE62B140D}" dt="2022-06-27T18:49:29.977" v="4237" actId="20577"/>
          <ac:spMkLst>
            <pc:docMk/>
            <pc:sldMk cId="1086783073" sldId="322"/>
            <ac:spMk id="3" creationId="{8737E2B0-5C61-478E-BE24-D13DFBBED73E}"/>
          </ac:spMkLst>
        </pc:spChg>
        <pc:picChg chg="mod">
          <ac:chgData name="Dan Thal" userId="ca96caf7-a7c4-4bf7-9438-a67ba53f0bb2" providerId="ADAL" clId="{EC02646C-CD86-422F-BB6E-0FEEE62B140D}" dt="2022-06-28T14:13:59.464" v="7140" actId="14826"/>
          <ac:picMkLst>
            <pc:docMk/>
            <pc:sldMk cId="1086783073" sldId="322"/>
            <ac:picMk id="5" creationId="{C6E15D94-CD36-4319-AD33-201F1C2EA1F9}"/>
          </ac:picMkLst>
        </pc:picChg>
      </pc:sldChg>
      <pc:sldChg chg="modSp add">
        <pc:chgData name="Dan Thal" userId="ca96caf7-a7c4-4bf7-9438-a67ba53f0bb2" providerId="ADAL" clId="{EC02646C-CD86-422F-BB6E-0FEEE62B140D}" dt="2022-06-28T14:14:14.933" v="7143" actId="14826"/>
        <pc:sldMkLst>
          <pc:docMk/>
          <pc:sldMk cId="1604643557" sldId="323"/>
        </pc:sldMkLst>
        <pc:picChg chg="mod">
          <ac:chgData name="Dan Thal" userId="ca96caf7-a7c4-4bf7-9438-a67ba53f0bb2" providerId="ADAL" clId="{EC02646C-CD86-422F-BB6E-0FEEE62B140D}" dt="2022-06-28T14:14:14.933" v="7143" actId="14826"/>
          <ac:picMkLst>
            <pc:docMk/>
            <pc:sldMk cId="1604643557" sldId="323"/>
            <ac:picMk id="5" creationId="{C6E15D94-CD36-4319-AD33-201F1C2EA1F9}"/>
          </ac:picMkLst>
        </pc:picChg>
      </pc:sldChg>
      <pc:sldChg chg="modSp add ord">
        <pc:chgData name="Dan Thal" userId="ca96caf7-a7c4-4bf7-9438-a67ba53f0bb2" providerId="ADAL" clId="{EC02646C-CD86-422F-BB6E-0FEEE62B140D}" dt="2022-06-28T14:14:10.605" v="7142" actId="14826"/>
        <pc:sldMkLst>
          <pc:docMk/>
          <pc:sldMk cId="1376933533" sldId="324"/>
        </pc:sldMkLst>
        <pc:picChg chg="mod">
          <ac:chgData name="Dan Thal" userId="ca96caf7-a7c4-4bf7-9438-a67ba53f0bb2" providerId="ADAL" clId="{EC02646C-CD86-422F-BB6E-0FEEE62B140D}" dt="2022-06-28T14:14:10.605" v="7142" actId="14826"/>
          <ac:picMkLst>
            <pc:docMk/>
            <pc:sldMk cId="1376933533" sldId="324"/>
            <ac:picMk id="5" creationId="{C6E15D94-CD36-4319-AD33-201F1C2EA1F9}"/>
          </ac:picMkLst>
        </pc:picChg>
      </pc:sldChg>
      <pc:sldChg chg="add del">
        <pc:chgData name="Dan Thal" userId="ca96caf7-a7c4-4bf7-9438-a67ba53f0bb2" providerId="ADAL" clId="{EC02646C-CD86-422F-BB6E-0FEEE62B140D}" dt="2022-06-27T18:50:08.978" v="4244"/>
        <pc:sldMkLst>
          <pc:docMk/>
          <pc:sldMk cId="190221754" sldId="325"/>
        </pc:sldMkLst>
      </pc:sldChg>
      <pc:sldChg chg="modSp add mod modAnim">
        <pc:chgData name="Dan Thal" userId="ca96caf7-a7c4-4bf7-9438-a67ba53f0bb2" providerId="ADAL" clId="{EC02646C-CD86-422F-BB6E-0FEEE62B140D}" dt="2022-06-28T14:41:28.698" v="7348" actId="20577"/>
        <pc:sldMkLst>
          <pc:docMk/>
          <pc:sldMk cId="4274764312" sldId="325"/>
        </pc:sldMkLst>
        <pc:spChg chg="mod">
          <ac:chgData name="Dan Thal" userId="ca96caf7-a7c4-4bf7-9438-a67ba53f0bb2" providerId="ADAL" clId="{EC02646C-CD86-422F-BB6E-0FEEE62B140D}" dt="2022-06-28T14:41:28.698" v="7348" actId="20577"/>
          <ac:spMkLst>
            <pc:docMk/>
            <pc:sldMk cId="4274764312" sldId="325"/>
            <ac:spMk id="3" creationId="{8737E2B0-5C61-478E-BE24-D13DFBBED73E}"/>
          </ac:spMkLst>
        </pc:spChg>
        <pc:picChg chg="mod">
          <ac:chgData name="Dan Thal" userId="ca96caf7-a7c4-4bf7-9438-a67ba53f0bb2" providerId="ADAL" clId="{EC02646C-CD86-422F-BB6E-0FEEE62B140D}" dt="2022-06-28T14:14:20.966" v="7144" actId="14826"/>
          <ac:picMkLst>
            <pc:docMk/>
            <pc:sldMk cId="4274764312" sldId="325"/>
            <ac:picMk id="5" creationId="{C6E15D94-CD36-4319-AD33-201F1C2EA1F9}"/>
          </ac:picMkLst>
        </pc:picChg>
      </pc:sldChg>
      <pc:sldChg chg="modSp add mod">
        <pc:chgData name="Dan Thal" userId="ca96caf7-a7c4-4bf7-9438-a67ba53f0bb2" providerId="ADAL" clId="{EC02646C-CD86-422F-BB6E-0FEEE62B140D}" dt="2022-06-27T23:18:51.231" v="5472" actId="20577"/>
        <pc:sldMkLst>
          <pc:docMk/>
          <pc:sldMk cId="3889849071" sldId="326"/>
        </pc:sldMkLst>
        <pc:spChg chg="mod">
          <ac:chgData name="Dan Thal" userId="ca96caf7-a7c4-4bf7-9438-a67ba53f0bb2" providerId="ADAL" clId="{EC02646C-CD86-422F-BB6E-0FEEE62B140D}" dt="2022-06-27T23:06:00.648" v="4484" actId="20577"/>
          <ac:spMkLst>
            <pc:docMk/>
            <pc:sldMk cId="3889849071" sldId="326"/>
            <ac:spMk id="2" creationId="{47709ACC-FAF8-424B-B310-3593972C1649}"/>
          </ac:spMkLst>
        </pc:spChg>
        <pc:spChg chg="mod">
          <ac:chgData name="Dan Thal" userId="ca96caf7-a7c4-4bf7-9438-a67ba53f0bb2" providerId="ADAL" clId="{EC02646C-CD86-422F-BB6E-0FEEE62B140D}" dt="2022-06-27T23:18:51.231" v="5472" actId="20577"/>
          <ac:spMkLst>
            <pc:docMk/>
            <pc:sldMk cId="3889849071" sldId="326"/>
            <ac:spMk id="3" creationId="{8737E2B0-5C61-478E-BE24-D13DFBBED73E}"/>
          </ac:spMkLst>
        </pc:spChg>
      </pc:sldChg>
      <pc:sldChg chg="modSp add mod modAnim modNotesTx">
        <pc:chgData name="Dan Thal" userId="ca96caf7-a7c4-4bf7-9438-a67ba53f0bb2" providerId="ADAL" clId="{EC02646C-CD86-422F-BB6E-0FEEE62B140D}" dt="2022-06-28T14:39:16.542" v="7341" actId="20577"/>
        <pc:sldMkLst>
          <pc:docMk/>
          <pc:sldMk cId="427506134" sldId="327"/>
        </pc:sldMkLst>
        <pc:spChg chg="mod">
          <ac:chgData name="Dan Thal" userId="ca96caf7-a7c4-4bf7-9438-a67ba53f0bb2" providerId="ADAL" clId="{EC02646C-CD86-422F-BB6E-0FEEE62B140D}" dt="2022-06-27T23:07:53.237" v="4605" actId="20577"/>
          <ac:spMkLst>
            <pc:docMk/>
            <pc:sldMk cId="427506134" sldId="327"/>
            <ac:spMk id="2" creationId="{47709ACC-FAF8-424B-B310-3593972C1649}"/>
          </ac:spMkLst>
        </pc:spChg>
        <pc:spChg chg="mod">
          <ac:chgData name="Dan Thal" userId="ca96caf7-a7c4-4bf7-9438-a67ba53f0bb2" providerId="ADAL" clId="{EC02646C-CD86-422F-BB6E-0FEEE62B140D}" dt="2022-06-28T14:39:16.542" v="7341" actId="20577"/>
          <ac:spMkLst>
            <pc:docMk/>
            <pc:sldMk cId="427506134" sldId="327"/>
            <ac:spMk id="3" creationId="{8737E2B0-5C61-478E-BE24-D13DFBBED73E}"/>
          </ac:spMkLst>
        </pc:spChg>
      </pc:sldChg>
      <pc:sldChg chg="modSp add mod modAnim modNotesTx">
        <pc:chgData name="Dan Thal" userId="ca96caf7-a7c4-4bf7-9438-a67ba53f0bb2" providerId="ADAL" clId="{EC02646C-CD86-422F-BB6E-0FEEE62B140D}" dt="2022-06-28T14:55:20.133" v="7749" actId="20577"/>
        <pc:sldMkLst>
          <pc:docMk/>
          <pc:sldMk cId="3023119111" sldId="328"/>
        </pc:sldMkLst>
        <pc:spChg chg="mod">
          <ac:chgData name="Dan Thal" userId="ca96caf7-a7c4-4bf7-9438-a67ba53f0bb2" providerId="ADAL" clId="{EC02646C-CD86-422F-BB6E-0FEEE62B140D}" dt="2022-06-27T23:19:29.223" v="5501" actId="20577"/>
          <ac:spMkLst>
            <pc:docMk/>
            <pc:sldMk cId="3023119111" sldId="328"/>
            <ac:spMk id="2" creationId="{47709ACC-FAF8-424B-B310-3593972C1649}"/>
          </ac:spMkLst>
        </pc:spChg>
        <pc:spChg chg="mod">
          <ac:chgData name="Dan Thal" userId="ca96caf7-a7c4-4bf7-9438-a67ba53f0bb2" providerId="ADAL" clId="{EC02646C-CD86-422F-BB6E-0FEEE62B140D}" dt="2022-06-28T14:54:48.381" v="7742" actId="20577"/>
          <ac:spMkLst>
            <pc:docMk/>
            <pc:sldMk cId="3023119111" sldId="328"/>
            <ac:spMk id="3" creationId="{8737E2B0-5C61-478E-BE24-D13DFBBED73E}"/>
          </ac:spMkLst>
        </pc:spChg>
      </pc:sldChg>
      <pc:sldChg chg="modSp add mod modAnim modNotesTx">
        <pc:chgData name="Dan Thal" userId="ca96caf7-a7c4-4bf7-9438-a67ba53f0bb2" providerId="ADAL" clId="{EC02646C-CD86-422F-BB6E-0FEEE62B140D}" dt="2022-06-28T14:08:13.500" v="7056" actId="20577"/>
        <pc:sldMkLst>
          <pc:docMk/>
          <pc:sldMk cId="2539357819" sldId="329"/>
        </pc:sldMkLst>
        <pc:spChg chg="mod">
          <ac:chgData name="Dan Thal" userId="ca96caf7-a7c4-4bf7-9438-a67ba53f0bb2" providerId="ADAL" clId="{EC02646C-CD86-422F-BB6E-0FEEE62B140D}" dt="2022-06-27T23:20:04.220" v="5510" actId="20577"/>
          <ac:spMkLst>
            <pc:docMk/>
            <pc:sldMk cId="2539357819" sldId="329"/>
            <ac:spMk id="2" creationId="{47709ACC-FAF8-424B-B310-3593972C1649}"/>
          </ac:spMkLst>
        </pc:spChg>
        <pc:spChg chg="mod">
          <ac:chgData name="Dan Thal" userId="ca96caf7-a7c4-4bf7-9438-a67ba53f0bb2" providerId="ADAL" clId="{EC02646C-CD86-422F-BB6E-0FEEE62B140D}" dt="2022-06-28T14:08:13.500" v="7056" actId="20577"/>
          <ac:spMkLst>
            <pc:docMk/>
            <pc:sldMk cId="2539357819" sldId="329"/>
            <ac:spMk id="3" creationId="{8737E2B0-5C61-478E-BE24-D13DFBBED73E}"/>
          </ac:spMkLst>
        </pc:spChg>
      </pc:sldChg>
      <pc:sldChg chg="addSp delSp modSp add del mod modAnim modNotesTx">
        <pc:chgData name="Dan Thal" userId="ca96caf7-a7c4-4bf7-9438-a67ba53f0bb2" providerId="ADAL" clId="{EC02646C-CD86-422F-BB6E-0FEEE62B140D}" dt="2022-06-28T14:46:10.404" v="7478" actId="47"/>
        <pc:sldMkLst>
          <pc:docMk/>
          <pc:sldMk cId="1359472442" sldId="330"/>
        </pc:sldMkLst>
        <pc:spChg chg="mod">
          <ac:chgData name="Dan Thal" userId="ca96caf7-a7c4-4bf7-9438-a67ba53f0bb2" providerId="ADAL" clId="{EC02646C-CD86-422F-BB6E-0FEEE62B140D}" dt="2022-06-27T23:37:12.235" v="5855" actId="20577"/>
          <ac:spMkLst>
            <pc:docMk/>
            <pc:sldMk cId="1359472442" sldId="330"/>
            <ac:spMk id="2" creationId="{47709ACC-FAF8-424B-B310-3593972C1649}"/>
          </ac:spMkLst>
        </pc:spChg>
        <pc:spChg chg="del mod">
          <ac:chgData name="Dan Thal" userId="ca96caf7-a7c4-4bf7-9438-a67ba53f0bb2" providerId="ADAL" clId="{EC02646C-CD86-422F-BB6E-0FEEE62B140D}" dt="2022-06-27T23:37:21.304" v="5858" actId="478"/>
          <ac:spMkLst>
            <pc:docMk/>
            <pc:sldMk cId="1359472442" sldId="330"/>
            <ac:spMk id="3" creationId="{8737E2B0-5C61-478E-BE24-D13DFBBED73E}"/>
          </ac:spMkLst>
        </pc:spChg>
        <pc:spChg chg="add mod">
          <ac:chgData name="Dan Thal" userId="ca96caf7-a7c4-4bf7-9438-a67ba53f0bb2" providerId="ADAL" clId="{EC02646C-CD86-422F-BB6E-0FEEE62B140D}" dt="2022-06-27T23:40:44.927" v="5938" actId="207"/>
          <ac:spMkLst>
            <pc:docMk/>
            <pc:sldMk cId="1359472442" sldId="330"/>
            <ac:spMk id="4" creationId="{9EFF19B2-4FF7-44AF-A0EC-4D42D5032A11}"/>
          </ac:spMkLst>
        </pc:spChg>
        <pc:spChg chg="add mod">
          <ac:chgData name="Dan Thal" userId="ca96caf7-a7c4-4bf7-9438-a67ba53f0bb2" providerId="ADAL" clId="{EC02646C-CD86-422F-BB6E-0FEEE62B140D}" dt="2022-06-27T23:41:49.055" v="6065"/>
          <ac:spMkLst>
            <pc:docMk/>
            <pc:sldMk cId="1359472442" sldId="330"/>
            <ac:spMk id="8" creationId="{8CE6842E-F625-447B-82D2-C69CDE075279}"/>
          </ac:spMkLst>
        </pc:spChg>
        <pc:spChg chg="add mod">
          <ac:chgData name="Dan Thal" userId="ca96caf7-a7c4-4bf7-9438-a67ba53f0bb2" providerId="ADAL" clId="{EC02646C-CD86-422F-BB6E-0FEEE62B140D}" dt="2022-06-27T23:41:13.163" v="5988" actId="1037"/>
          <ac:spMkLst>
            <pc:docMk/>
            <pc:sldMk cId="1359472442" sldId="330"/>
            <ac:spMk id="9" creationId="{0E3124C0-BB88-4055-93D7-C1157F0530A4}"/>
          </ac:spMkLst>
        </pc:spChg>
        <pc:spChg chg="add mod">
          <ac:chgData name="Dan Thal" userId="ca96caf7-a7c4-4bf7-9438-a67ba53f0bb2" providerId="ADAL" clId="{EC02646C-CD86-422F-BB6E-0FEEE62B140D}" dt="2022-06-27T23:42:12.537" v="6103" actId="20577"/>
          <ac:spMkLst>
            <pc:docMk/>
            <pc:sldMk cId="1359472442" sldId="330"/>
            <ac:spMk id="10" creationId="{4DCBD565-9636-471F-8EE8-5FED65E51C2F}"/>
          </ac:spMkLst>
        </pc:spChg>
        <pc:picChg chg="mod">
          <ac:chgData name="Dan Thal" userId="ca96caf7-a7c4-4bf7-9438-a67ba53f0bb2" providerId="ADAL" clId="{EC02646C-CD86-422F-BB6E-0FEEE62B140D}" dt="2022-06-28T14:14:35.133" v="7145" actId="14826"/>
          <ac:picMkLst>
            <pc:docMk/>
            <pc:sldMk cId="1359472442" sldId="330"/>
            <ac:picMk id="5" creationId="{C6E15D94-CD36-4319-AD33-201F1C2EA1F9}"/>
          </ac:picMkLst>
        </pc:picChg>
        <pc:picChg chg="add mod">
          <ac:chgData name="Dan Thal" userId="ca96caf7-a7c4-4bf7-9438-a67ba53f0bb2" providerId="ADAL" clId="{EC02646C-CD86-422F-BB6E-0FEEE62B140D}" dt="2022-06-28T14:14:41.662" v="7146" actId="14826"/>
          <ac:picMkLst>
            <pc:docMk/>
            <pc:sldMk cId="1359472442" sldId="330"/>
            <ac:picMk id="6" creationId="{C4F922CF-B4F8-442C-B0B1-C7F390D3F7BD}"/>
          </ac:picMkLst>
        </pc:picChg>
        <pc:picChg chg="add mod">
          <ac:chgData name="Dan Thal" userId="ca96caf7-a7c4-4bf7-9438-a67ba53f0bb2" providerId="ADAL" clId="{EC02646C-CD86-422F-BB6E-0FEEE62B140D}" dt="2022-06-28T14:14:46.640" v="7147" actId="14826"/>
          <ac:picMkLst>
            <pc:docMk/>
            <pc:sldMk cId="1359472442" sldId="330"/>
            <ac:picMk id="7" creationId="{8570F246-4A66-497F-9FC0-63A2C9700426}"/>
          </ac:picMkLst>
        </pc:picChg>
      </pc:sldChg>
      <pc:sldChg chg="modSp add mod">
        <pc:chgData name="Dan Thal" userId="ca96caf7-a7c4-4bf7-9438-a67ba53f0bb2" providerId="ADAL" clId="{EC02646C-CD86-422F-BB6E-0FEEE62B140D}" dt="2022-06-28T14:38:14.551" v="7335" actId="20577"/>
        <pc:sldMkLst>
          <pc:docMk/>
          <pc:sldMk cId="2991829591" sldId="331"/>
        </pc:sldMkLst>
        <pc:spChg chg="mod">
          <ac:chgData name="Dan Thal" userId="ca96caf7-a7c4-4bf7-9438-a67ba53f0bb2" providerId="ADAL" clId="{EC02646C-CD86-422F-BB6E-0FEEE62B140D}" dt="2022-06-28T14:38:12.078" v="7334" actId="5793"/>
          <ac:spMkLst>
            <pc:docMk/>
            <pc:sldMk cId="2991829591" sldId="331"/>
            <ac:spMk id="2" creationId="{47709ACC-FAF8-424B-B310-3593972C1649}"/>
          </ac:spMkLst>
        </pc:spChg>
        <pc:spChg chg="mod">
          <ac:chgData name="Dan Thal" userId="ca96caf7-a7c4-4bf7-9438-a67ba53f0bb2" providerId="ADAL" clId="{EC02646C-CD86-422F-BB6E-0FEEE62B140D}" dt="2022-06-28T14:38:14.551" v="7335" actId="20577"/>
          <ac:spMkLst>
            <pc:docMk/>
            <pc:sldMk cId="2991829591" sldId="331"/>
            <ac:spMk id="3" creationId="{8737E2B0-5C61-478E-BE24-D13DFBBED73E}"/>
          </ac:spMkLst>
        </pc:spChg>
      </pc:sldChg>
      <pc:sldChg chg="add del">
        <pc:chgData name="Dan Thal" userId="ca96caf7-a7c4-4bf7-9438-a67ba53f0bb2" providerId="ADAL" clId="{EC02646C-CD86-422F-BB6E-0FEEE62B140D}" dt="2022-06-28T13:57:16.590" v="6494" actId="47"/>
        <pc:sldMkLst>
          <pc:docMk/>
          <pc:sldMk cId="3962008893" sldId="331"/>
        </pc:sldMkLst>
      </pc:sldChg>
      <pc:sldChg chg="addSp delSp modSp add del mod delAnim modNotesTx">
        <pc:chgData name="Dan Thal" userId="ca96caf7-a7c4-4bf7-9438-a67ba53f0bb2" providerId="ADAL" clId="{EC02646C-CD86-422F-BB6E-0FEEE62B140D}" dt="2022-06-28T14:47:39.236" v="7483" actId="47"/>
        <pc:sldMkLst>
          <pc:docMk/>
          <pc:sldMk cId="2837706123" sldId="332"/>
        </pc:sldMkLst>
        <pc:spChg chg="del">
          <ac:chgData name="Dan Thal" userId="ca96caf7-a7c4-4bf7-9438-a67ba53f0bb2" providerId="ADAL" clId="{EC02646C-CD86-422F-BB6E-0FEEE62B140D}" dt="2022-06-28T14:41:18.494" v="7343" actId="478"/>
          <ac:spMkLst>
            <pc:docMk/>
            <pc:sldMk cId="2837706123" sldId="332"/>
            <ac:spMk id="4" creationId="{9EFF19B2-4FF7-44AF-A0EC-4D42D5032A11}"/>
          </ac:spMkLst>
        </pc:spChg>
        <pc:spChg chg="del">
          <ac:chgData name="Dan Thal" userId="ca96caf7-a7c4-4bf7-9438-a67ba53f0bb2" providerId="ADAL" clId="{EC02646C-CD86-422F-BB6E-0FEEE62B140D}" dt="2022-06-28T14:41:22.361" v="7346" actId="478"/>
          <ac:spMkLst>
            <pc:docMk/>
            <pc:sldMk cId="2837706123" sldId="332"/>
            <ac:spMk id="8" creationId="{8CE6842E-F625-447B-82D2-C69CDE075279}"/>
          </ac:spMkLst>
        </pc:spChg>
        <pc:spChg chg="del">
          <ac:chgData name="Dan Thal" userId="ca96caf7-a7c4-4bf7-9438-a67ba53f0bb2" providerId="ADAL" clId="{EC02646C-CD86-422F-BB6E-0FEEE62B140D}" dt="2022-06-28T14:41:19.533" v="7344" actId="478"/>
          <ac:spMkLst>
            <pc:docMk/>
            <pc:sldMk cId="2837706123" sldId="332"/>
            <ac:spMk id="9" creationId="{0E3124C0-BB88-4055-93D7-C1157F0530A4}"/>
          </ac:spMkLst>
        </pc:spChg>
        <pc:spChg chg="del">
          <ac:chgData name="Dan Thal" userId="ca96caf7-a7c4-4bf7-9438-a67ba53f0bb2" providerId="ADAL" clId="{EC02646C-CD86-422F-BB6E-0FEEE62B140D}" dt="2022-06-28T14:41:20.855" v="7345" actId="478"/>
          <ac:spMkLst>
            <pc:docMk/>
            <pc:sldMk cId="2837706123" sldId="332"/>
            <ac:spMk id="10" creationId="{4DCBD565-9636-471F-8EE8-5FED65E51C2F}"/>
          </ac:spMkLst>
        </pc:spChg>
        <pc:spChg chg="add del mod">
          <ac:chgData name="Dan Thal" userId="ca96caf7-a7c4-4bf7-9438-a67ba53f0bb2" providerId="ADAL" clId="{EC02646C-CD86-422F-BB6E-0FEEE62B140D}" dt="2022-06-28T14:41:24.965" v="7347" actId="478"/>
          <ac:spMkLst>
            <pc:docMk/>
            <pc:sldMk cId="2837706123" sldId="332"/>
            <ac:spMk id="11" creationId="{BF083D64-D0A3-4A76-BC3B-ED92442597C7}"/>
          </ac:spMkLst>
        </pc:spChg>
      </pc:sldChg>
      <pc:sldChg chg="addSp modSp add mod modAnim modNotesTx">
        <pc:chgData name="Dan Thal" userId="ca96caf7-a7c4-4bf7-9438-a67ba53f0bb2" providerId="ADAL" clId="{EC02646C-CD86-422F-BB6E-0FEEE62B140D}" dt="2022-06-28T14:52:02.368" v="7738" actId="20577"/>
        <pc:sldMkLst>
          <pc:docMk/>
          <pc:sldMk cId="3530356510" sldId="333"/>
        </pc:sldMkLst>
        <pc:spChg chg="mod">
          <ac:chgData name="Dan Thal" userId="ca96caf7-a7c4-4bf7-9438-a67ba53f0bb2" providerId="ADAL" clId="{EC02646C-CD86-422F-BB6E-0FEEE62B140D}" dt="2022-06-28T14:44:14.654" v="7471" actId="1076"/>
          <ac:spMkLst>
            <pc:docMk/>
            <pc:sldMk cId="3530356510" sldId="333"/>
            <ac:spMk id="4" creationId="{9EFF19B2-4FF7-44AF-A0EC-4D42D5032A11}"/>
          </ac:spMkLst>
        </pc:spChg>
        <pc:spChg chg="mod">
          <ac:chgData name="Dan Thal" userId="ca96caf7-a7c4-4bf7-9438-a67ba53f0bb2" providerId="ADAL" clId="{EC02646C-CD86-422F-BB6E-0FEEE62B140D}" dt="2022-06-28T14:43:31.797" v="7388" actId="1076"/>
          <ac:spMkLst>
            <pc:docMk/>
            <pc:sldMk cId="3530356510" sldId="333"/>
            <ac:spMk id="8" creationId="{8CE6842E-F625-447B-82D2-C69CDE075279}"/>
          </ac:spMkLst>
        </pc:spChg>
        <pc:spChg chg="mod">
          <ac:chgData name="Dan Thal" userId="ca96caf7-a7c4-4bf7-9438-a67ba53f0bb2" providerId="ADAL" clId="{EC02646C-CD86-422F-BB6E-0FEEE62B140D}" dt="2022-06-28T14:46:34.230" v="7479" actId="1076"/>
          <ac:spMkLst>
            <pc:docMk/>
            <pc:sldMk cId="3530356510" sldId="333"/>
            <ac:spMk id="9" creationId="{0E3124C0-BB88-4055-93D7-C1157F0530A4}"/>
          </ac:spMkLst>
        </pc:spChg>
        <pc:spChg chg="mod">
          <ac:chgData name="Dan Thal" userId="ca96caf7-a7c4-4bf7-9438-a67ba53f0bb2" providerId="ADAL" clId="{EC02646C-CD86-422F-BB6E-0FEEE62B140D}" dt="2022-06-28T14:43:49.142" v="7391" actId="1076"/>
          <ac:spMkLst>
            <pc:docMk/>
            <pc:sldMk cId="3530356510" sldId="333"/>
            <ac:spMk id="10" creationId="{4DCBD565-9636-471F-8EE8-5FED65E51C2F}"/>
          </ac:spMkLst>
        </pc:spChg>
        <pc:spChg chg="add mod">
          <ac:chgData name="Dan Thal" userId="ca96caf7-a7c4-4bf7-9438-a67ba53f0bb2" providerId="ADAL" clId="{EC02646C-CD86-422F-BB6E-0FEEE62B140D}" dt="2022-06-28T14:47:02.358" v="7482" actId="1076"/>
          <ac:spMkLst>
            <pc:docMk/>
            <pc:sldMk cId="3530356510" sldId="333"/>
            <ac:spMk id="11" creationId="{7B23E891-A799-43C9-8E24-42F0DDD499E5}"/>
          </ac:spMkLst>
        </pc:spChg>
        <pc:picChg chg="mod">
          <ac:chgData name="Dan Thal" userId="ca96caf7-a7c4-4bf7-9438-a67ba53f0bb2" providerId="ADAL" clId="{EC02646C-CD86-422F-BB6E-0FEEE62B140D}" dt="2022-06-28T14:48:18.666" v="7484" actId="1076"/>
          <ac:picMkLst>
            <pc:docMk/>
            <pc:sldMk cId="3530356510" sldId="333"/>
            <ac:picMk id="5" creationId="{C6E15D94-CD36-4319-AD33-201F1C2EA1F9}"/>
          </ac:picMkLst>
        </pc:picChg>
        <pc:picChg chg="mod">
          <ac:chgData name="Dan Thal" userId="ca96caf7-a7c4-4bf7-9438-a67ba53f0bb2" providerId="ADAL" clId="{EC02646C-CD86-422F-BB6E-0FEEE62B140D}" dt="2022-06-28T14:48:22.721" v="7485" actId="1076"/>
          <ac:picMkLst>
            <pc:docMk/>
            <pc:sldMk cId="3530356510" sldId="333"/>
            <ac:picMk id="6" creationId="{C4F922CF-B4F8-442C-B0B1-C7F390D3F7BD}"/>
          </ac:picMkLst>
        </pc:picChg>
        <pc:picChg chg="mod">
          <ac:chgData name="Dan Thal" userId="ca96caf7-a7c4-4bf7-9438-a67ba53f0bb2" providerId="ADAL" clId="{EC02646C-CD86-422F-BB6E-0FEEE62B140D}" dt="2022-06-28T14:48:25.348" v="7486" actId="1076"/>
          <ac:picMkLst>
            <pc:docMk/>
            <pc:sldMk cId="3530356510" sldId="333"/>
            <ac:picMk id="7" creationId="{8570F246-4A66-497F-9FC0-63A2C9700426}"/>
          </ac:picMkLst>
        </pc:picChg>
      </pc:sldChg>
      <pc:sldChg chg="del">
        <pc:chgData name="Dan Thal" userId="ca96caf7-a7c4-4bf7-9438-a67ba53f0bb2" providerId="ADAL" clId="{EC02646C-CD86-422F-BB6E-0FEEE62B140D}" dt="2022-06-27T15:40:05.036" v="34" actId="47"/>
        <pc:sldMkLst>
          <pc:docMk/>
          <pc:sldMk cId="3705082295" sldId="371"/>
        </pc:sldMkLst>
      </pc:sldChg>
      <pc:sldChg chg="del">
        <pc:chgData name="Dan Thal" userId="ca96caf7-a7c4-4bf7-9438-a67ba53f0bb2" providerId="ADAL" clId="{EC02646C-CD86-422F-BB6E-0FEEE62B140D}" dt="2022-06-27T15:40:05.036" v="34" actId="47"/>
        <pc:sldMkLst>
          <pc:docMk/>
          <pc:sldMk cId="1829341659" sldId="384"/>
        </pc:sldMkLst>
      </pc:sldChg>
      <pc:sldChg chg="del">
        <pc:chgData name="Dan Thal" userId="ca96caf7-a7c4-4bf7-9438-a67ba53f0bb2" providerId="ADAL" clId="{EC02646C-CD86-422F-BB6E-0FEEE62B140D}" dt="2022-06-27T15:40:05.036" v="34" actId="47"/>
        <pc:sldMkLst>
          <pc:docMk/>
          <pc:sldMk cId="4174332356" sldId="386"/>
        </pc:sldMkLst>
      </pc:sldChg>
      <pc:sldChg chg="del">
        <pc:chgData name="Dan Thal" userId="ca96caf7-a7c4-4bf7-9438-a67ba53f0bb2" providerId="ADAL" clId="{EC02646C-CD86-422F-BB6E-0FEEE62B140D}" dt="2022-06-27T15:40:05.036" v="34" actId="47"/>
        <pc:sldMkLst>
          <pc:docMk/>
          <pc:sldMk cId="2541292360" sldId="394"/>
        </pc:sldMkLst>
      </pc:sldChg>
      <pc:sldChg chg="del">
        <pc:chgData name="Dan Thal" userId="ca96caf7-a7c4-4bf7-9438-a67ba53f0bb2" providerId="ADAL" clId="{EC02646C-CD86-422F-BB6E-0FEEE62B140D}" dt="2022-06-27T15:40:05.036" v="34" actId="47"/>
        <pc:sldMkLst>
          <pc:docMk/>
          <pc:sldMk cId="388354089" sldId="398"/>
        </pc:sldMkLst>
      </pc:sldChg>
      <pc:sldChg chg="del">
        <pc:chgData name="Dan Thal" userId="ca96caf7-a7c4-4bf7-9438-a67ba53f0bb2" providerId="ADAL" clId="{EC02646C-CD86-422F-BB6E-0FEEE62B140D}" dt="2022-06-27T15:40:05.036" v="34" actId="47"/>
        <pc:sldMkLst>
          <pc:docMk/>
          <pc:sldMk cId="2497266032" sldId="399"/>
        </pc:sldMkLst>
      </pc:sldChg>
      <pc:sldChg chg="del">
        <pc:chgData name="Dan Thal" userId="ca96caf7-a7c4-4bf7-9438-a67ba53f0bb2" providerId="ADAL" clId="{EC02646C-CD86-422F-BB6E-0FEEE62B140D}" dt="2022-06-27T15:40:05.036" v="34" actId="47"/>
        <pc:sldMkLst>
          <pc:docMk/>
          <pc:sldMk cId="1985952740" sldId="404"/>
        </pc:sldMkLst>
      </pc:sldChg>
      <pc:sldChg chg="del">
        <pc:chgData name="Dan Thal" userId="ca96caf7-a7c4-4bf7-9438-a67ba53f0bb2" providerId="ADAL" clId="{EC02646C-CD86-422F-BB6E-0FEEE62B140D}" dt="2022-06-27T15:40:05.036" v="34" actId="47"/>
        <pc:sldMkLst>
          <pc:docMk/>
          <pc:sldMk cId="438589850" sldId="405"/>
        </pc:sldMkLst>
      </pc:sldChg>
      <pc:sldChg chg="del">
        <pc:chgData name="Dan Thal" userId="ca96caf7-a7c4-4bf7-9438-a67ba53f0bb2" providerId="ADAL" clId="{EC02646C-CD86-422F-BB6E-0FEEE62B140D}" dt="2022-06-27T15:40:05.036" v="34" actId="47"/>
        <pc:sldMkLst>
          <pc:docMk/>
          <pc:sldMk cId="2361069891" sldId="407"/>
        </pc:sldMkLst>
      </pc:sldChg>
      <pc:sldChg chg="del">
        <pc:chgData name="Dan Thal" userId="ca96caf7-a7c4-4bf7-9438-a67ba53f0bb2" providerId="ADAL" clId="{EC02646C-CD86-422F-BB6E-0FEEE62B140D}" dt="2022-06-27T15:40:05.036" v="34" actId="47"/>
        <pc:sldMkLst>
          <pc:docMk/>
          <pc:sldMk cId="4099399632" sldId="409"/>
        </pc:sldMkLst>
      </pc:sldChg>
      <pc:sldChg chg="del">
        <pc:chgData name="Dan Thal" userId="ca96caf7-a7c4-4bf7-9438-a67ba53f0bb2" providerId="ADAL" clId="{EC02646C-CD86-422F-BB6E-0FEEE62B140D}" dt="2022-06-27T15:40:05.036" v="34" actId="47"/>
        <pc:sldMkLst>
          <pc:docMk/>
          <pc:sldMk cId="2281105117" sldId="410"/>
        </pc:sldMkLst>
      </pc:sldChg>
      <pc:sldChg chg="del">
        <pc:chgData name="Dan Thal" userId="ca96caf7-a7c4-4bf7-9438-a67ba53f0bb2" providerId="ADAL" clId="{EC02646C-CD86-422F-BB6E-0FEEE62B140D}" dt="2022-06-27T15:40:05.036" v="34" actId="47"/>
        <pc:sldMkLst>
          <pc:docMk/>
          <pc:sldMk cId="2494252872" sldId="413"/>
        </pc:sldMkLst>
      </pc:sldChg>
      <pc:sldChg chg="del">
        <pc:chgData name="Dan Thal" userId="ca96caf7-a7c4-4bf7-9438-a67ba53f0bb2" providerId="ADAL" clId="{EC02646C-CD86-422F-BB6E-0FEEE62B140D}" dt="2022-06-27T15:40:05.036" v="34" actId="47"/>
        <pc:sldMkLst>
          <pc:docMk/>
          <pc:sldMk cId="1782134275" sldId="415"/>
        </pc:sldMkLst>
      </pc:sldChg>
      <pc:sldChg chg="del">
        <pc:chgData name="Dan Thal" userId="ca96caf7-a7c4-4bf7-9438-a67ba53f0bb2" providerId="ADAL" clId="{EC02646C-CD86-422F-BB6E-0FEEE62B140D}" dt="2022-06-27T15:40:05.036" v="34" actId="47"/>
        <pc:sldMkLst>
          <pc:docMk/>
          <pc:sldMk cId="478420423" sldId="416"/>
        </pc:sldMkLst>
      </pc:sldChg>
      <pc:sldChg chg="del">
        <pc:chgData name="Dan Thal" userId="ca96caf7-a7c4-4bf7-9438-a67ba53f0bb2" providerId="ADAL" clId="{EC02646C-CD86-422F-BB6E-0FEEE62B140D}" dt="2022-06-27T15:40:05.036" v="34" actId="47"/>
        <pc:sldMkLst>
          <pc:docMk/>
          <pc:sldMk cId="443816689" sldId="427"/>
        </pc:sldMkLst>
      </pc:sldChg>
      <pc:sldChg chg="del">
        <pc:chgData name="Dan Thal" userId="ca96caf7-a7c4-4bf7-9438-a67ba53f0bb2" providerId="ADAL" clId="{EC02646C-CD86-422F-BB6E-0FEEE62B140D}" dt="2022-06-27T15:40:05.036" v="34" actId="47"/>
        <pc:sldMkLst>
          <pc:docMk/>
          <pc:sldMk cId="1935845786" sldId="429"/>
        </pc:sldMkLst>
      </pc:sldChg>
      <pc:sldChg chg="del">
        <pc:chgData name="Dan Thal" userId="ca96caf7-a7c4-4bf7-9438-a67ba53f0bb2" providerId="ADAL" clId="{EC02646C-CD86-422F-BB6E-0FEEE62B140D}" dt="2022-06-27T15:40:05.036" v="34" actId="47"/>
        <pc:sldMkLst>
          <pc:docMk/>
          <pc:sldMk cId="3032601188" sldId="431"/>
        </pc:sldMkLst>
      </pc:sldChg>
      <pc:sldChg chg="del">
        <pc:chgData name="Dan Thal" userId="ca96caf7-a7c4-4bf7-9438-a67ba53f0bb2" providerId="ADAL" clId="{EC02646C-CD86-422F-BB6E-0FEEE62B140D}" dt="2022-06-27T15:40:05.036" v="34" actId="47"/>
        <pc:sldMkLst>
          <pc:docMk/>
          <pc:sldMk cId="621078825" sldId="437"/>
        </pc:sldMkLst>
      </pc:sldChg>
      <pc:sldChg chg="del">
        <pc:chgData name="Dan Thal" userId="ca96caf7-a7c4-4bf7-9438-a67ba53f0bb2" providerId="ADAL" clId="{EC02646C-CD86-422F-BB6E-0FEEE62B140D}" dt="2022-06-27T15:40:05.036" v="34" actId="47"/>
        <pc:sldMkLst>
          <pc:docMk/>
          <pc:sldMk cId="3038962864" sldId="438"/>
        </pc:sldMkLst>
      </pc:sldChg>
      <pc:sldChg chg="del">
        <pc:chgData name="Dan Thal" userId="ca96caf7-a7c4-4bf7-9438-a67ba53f0bb2" providerId="ADAL" clId="{EC02646C-CD86-422F-BB6E-0FEEE62B140D}" dt="2022-06-27T15:40:05.036" v="34" actId="47"/>
        <pc:sldMkLst>
          <pc:docMk/>
          <pc:sldMk cId="2477412451" sldId="440"/>
        </pc:sldMkLst>
      </pc:sldChg>
      <pc:sldChg chg="del">
        <pc:chgData name="Dan Thal" userId="ca96caf7-a7c4-4bf7-9438-a67ba53f0bb2" providerId="ADAL" clId="{EC02646C-CD86-422F-BB6E-0FEEE62B140D}" dt="2022-06-27T15:40:05.036" v="34" actId="47"/>
        <pc:sldMkLst>
          <pc:docMk/>
          <pc:sldMk cId="1475026569" sldId="441"/>
        </pc:sldMkLst>
      </pc:sldChg>
      <pc:sldChg chg="del">
        <pc:chgData name="Dan Thal" userId="ca96caf7-a7c4-4bf7-9438-a67ba53f0bb2" providerId="ADAL" clId="{EC02646C-CD86-422F-BB6E-0FEEE62B140D}" dt="2022-06-27T15:40:05.036" v="34" actId="47"/>
        <pc:sldMkLst>
          <pc:docMk/>
          <pc:sldMk cId="1233436370" sldId="446"/>
        </pc:sldMkLst>
      </pc:sldChg>
      <pc:sldChg chg="del">
        <pc:chgData name="Dan Thal" userId="ca96caf7-a7c4-4bf7-9438-a67ba53f0bb2" providerId="ADAL" clId="{EC02646C-CD86-422F-BB6E-0FEEE62B140D}" dt="2022-06-27T15:40:05.036" v="34" actId="47"/>
        <pc:sldMkLst>
          <pc:docMk/>
          <pc:sldMk cId="816900892" sldId="447"/>
        </pc:sldMkLst>
      </pc:sldChg>
      <pc:sldChg chg="del">
        <pc:chgData name="Dan Thal" userId="ca96caf7-a7c4-4bf7-9438-a67ba53f0bb2" providerId="ADAL" clId="{EC02646C-CD86-422F-BB6E-0FEEE62B140D}" dt="2022-06-27T15:40:05.036" v="34" actId="47"/>
        <pc:sldMkLst>
          <pc:docMk/>
          <pc:sldMk cId="3336891046" sldId="450"/>
        </pc:sldMkLst>
      </pc:sldChg>
      <pc:sldChg chg="del">
        <pc:chgData name="Dan Thal" userId="ca96caf7-a7c4-4bf7-9438-a67ba53f0bb2" providerId="ADAL" clId="{EC02646C-CD86-422F-BB6E-0FEEE62B140D}" dt="2022-06-27T15:40:05.036" v="34" actId="47"/>
        <pc:sldMkLst>
          <pc:docMk/>
          <pc:sldMk cId="3798328351" sldId="451"/>
        </pc:sldMkLst>
      </pc:sldChg>
      <pc:sldChg chg="del">
        <pc:chgData name="Dan Thal" userId="ca96caf7-a7c4-4bf7-9438-a67ba53f0bb2" providerId="ADAL" clId="{EC02646C-CD86-422F-BB6E-0FEEE62B140D}" dt="2022-06-27T15:40:05.036" v="34" actId="47"/>
        <pc:sldMkLst>
          <pc:docMk/>
          <pc:sldMk cId="1099680904" sldId="452"/>
        </pc:sldMkLst>
      </pc:sldChg>
      <pc:sldChg chg="del">
        <pc:chgData name="Dan Thal" userId="ca96caf7-a7c4-4bf7-9438-a67ba53f0bb2" providerId="ADAL" clId="{EC02646C-CD86-422F-BB6E-0FEEE62B140D}" dt="2022-06-27T15:40:05.036" v="34" actId="47"/>
        <pc:sldMkLst>
          <pc:docMk/>
          <pc:sldMk cId="2405987187" sldId="453"/>
        </pc:sldMkLst>
      </pc:sldChg>
      <pc:sldChg chg="del">
        <pc:chgData name="Dan Thal" userId="ca96caf7-a7c4-4bf7-9438-a67ba53f0bb2" providerId="ADAL" clId="{EC02646C-CD86-422F-BB6E-0FEEE62B140D}" dt="2022-06-27T15:40:05.036" v="34" actId="47"/>
        <pc:sldMkLst>
          <pc:docMk/>
          <pc:sldMk cId="3360222723" sldId="454"/>
        </pc:sldMkLst>
      </pc:sldChg>
      <pc:sldChg chg="del">
        <pc:chgData name="Dan Thal" userId="ca96caf7-a7c4-4bf7-9438-a67ba53f0bb2" providerId="ADAL" clId="{EC02646C-CD86-422F-BB6E-0FEEE62B140D}" dt="2022-06-27T15:40:05.036" v="34" actId="47"/>
        <pc:sldMkLst>
          <pc:docMk/>
          <pc:sldMk cId="2318519754" sldId="455"/>
        </pc:sldMkLst>
      </pc:sldChg>
      <pc:sldChg chg="del">
        <pc:chgData name="Dan Thal" userId="ca96caf7-a7c4-4bf7-9438-a67ba53f0bb2" providerId="ADAL" clId="{EC02646C-CD86-422F-BB6E-0FEEE62B140D}" dt="2022-06-27T15:40:05.036" v="34" actId="47"/>
        <pc:sldMkLst>
          <pc:docMk/>
          <pc:sldMk cId="754808631" sldId="456"/>
        </pc:sldMkLst>
      </pc:sldChg>
      <pc:sldChg chg="del">
        <pc:chgData name="Dan Thal" userId="ca96caf7-a7c4-4bf7-9438-a67ba53f0bb2" providerId="ADAL" clId="{EC02646C-CD86-422F-BB6E-0FEEE62B140D}" dt="2022-06-27T15:40:05.036" v="34" actId="47"/>
        <pc:sldMkLst>
          <pc:docMk/>
          <pc:sldMk cId="2906183958" sldId="457"/>
        </pc:sldMkLst>
      </pc:sldChg>
      <pc:sldChg chg="del">
        <pc:chgData name="Dan Thal" userId="ca96caf7-a7c4-4bf7-9438-a67ba53f0bb2" providerId="ADAL" clId="{EC02646C-CD86-422F-BB6E-0FEEE62B140D}" dt="2022-06-27T15:40:05.036" v="34" actId="47"/>
        <pc:sldMkLst>
          <pc:docMk/>
          <pc:sldMk cId="2342422610" sldId="462"/>
        </pc:sldMkLst>
      </pc:sldChg>
      <pc:sldChg chg="del">
        <pc:chgData name="Dan Thal" userId="ca96caf7-a7c4-4bf7-9438-a67ba53f0bb2" providerId="ADAL" clId="{EC02646C-CD86-422F-BB6E-0FEEE62B140D}" dt="2022-06-27T15:40:05.036" v="34" actId="47"/>
        <pc:sldMkLst>
          <pc:docMk/>
          <pc:sldMk cId="2259007393" sldId="463"/>
        </pc:sldMkLst>
      </pc:sldChg>
      <pc:sldChg chg="del">
        <pc:chgData name="Dan Thal" userId="ca96caf7-a7c4-4bf7-9438-a67ba53f0bb2" providerId="ADAL" clId="{EC02646C-CD86-422F-BB6E-0FEEE62B140D}" dt="2022-06-27T15:40:05.036" v="34" actId="47"/>
        <pc:sldMkLst>
          <pc:docMk/>
          <pc:sldMk cId="1801942558" sldId="464"/>
        </pc:sldMkLst>
      </pc:sldChg>
      <pc:sldChg chg="del">
        <pc:chgData name="Dan Thal" userId="ca96caf7-a7c4-4bf7-9438-a67ba53f0bb2" providerId="ADAL" clId="{EC02646C-CD86-422F-BB6E-0FEEE62B140D}" dt="2022-06-27T15:40:05.036" v="34" actId="47"/>
        <pc:sldMkLst>
          <pc:docMk/>
          <pc:sldMk cId="2959915728" sldId="465"/>
        </pc:sldMkLst>
      </pc:sldChg>
    </pc:docChg>
  </pc:docChgLst>
  <pc:docChgLst>
    <pc:chgData name="Dan Thal" userId="ca96caf7-a7c4-4bf7-9438-a67ba53f0bb2" providerId="ADAL" clId="{DAAD53CD-03DC-4DBD-B826-A4F61111DD44}"/>
    <pc:docChg chg="undo custSel addSld delSld modSld modSection">
      <pc:chgData name="Dan Thal" userId="ca96caf7-a7c4-4bf7-9438-a67ba53f0bb2" providerId="ADAL" clId="{DAAD53CD-03DC-4DBD-B826-A4F61111DD44}" dt="2022-07-12T15:05:47.467" v="1571" actId="20577"/>
      <pc:docMkLst>
        <pc:docMk/>
      </pc:docMkLst>
      <pc:sldChg chg="modSp mod">
        <pc:chgData name="Dan Thal" userId="ca96caf7-a7c4-4bf7-9438-a67ba53f0bb2" providerId="ADAL" clId="{DAAD53CD-03DC-4DBD-B826-A4F61111DD44}" dt="2022-07-11T21:16:47.961" v="1201" actId="20577"/>
        <pc:sldMkLst>
          <pc:docMk/>
          <pc:sldMk cId="616564442" sldId="302"/>
        </pc:sldMkLst>
        <pc:spChg chg="mod">
          <ac:chgData name="Dan Thal" userId="ca96caf7-a7c4-4bf7-9438-a67ba53f0bb2" providerId="ADAL" clId="{DAAD53CD-03DC-4DBD-B826-A4F61111DD44}" dt="2022-07-11T21:16:47.961" v="1201" actId="20577"/>
          <ac:spMkLst>
            <pc:docMk/>
            <pc:sldMk cId="616564442" sldId="302"/>
            <ac:spMk id="2" creationId="{C062FC02-C7CB-43EB-A40C-985CD4549559}"/>
          </ac:spMkLst>
        </pc:spChg>
        <pc:spChg chg="mod">
          <ac:chgData name="Dan Thal" userId="ca96caf7-a7c4-4bf7-9438-a67ba53f0bb2" providerId="ADAL" clId="{DAAD53CD-03DC-4DBD-B826-A4F61111DD44}" dt="2022-07-11T21:09:45.046" v="2" actId="20577"/>
          <ac:spMkLst>
            <pc:docMk/>
            <pc:sldMk cId="616564442" sldId="302"/>
            <ac:spMk id="4" creationId="{A987A3FC-C33B-47B5-A307-6E8BFB491999}"/>
          </ac:spMkLst>
        </pc:spChg>
      </pc:sldChg>
      <pc:sldChg chg="del">
        <pc:chgData name="Dan Thal" userId="ca96caf7-a7c4-4bf7-9438-a67ba53f0bb2" providerId="ADAL" clId="{DAAD53CD-03DC-4DBD-B826-A4F61111DD44}" dt="2022-07-11T21:16:01.307" v="1184" actId="47"/>
        <pc:sldMkLst>
          <pc:docMk/>
          <pc:sldMk cId="1995712290" sldId="334"/>
        </pc:sldMkLst>
      </pc:sldChg>
      <pc:sldChg chg="del">
        <pc:chgData name="Dan Thal" userId="ca96caf7-a7c4-4bf7-9438-a67ba53f0bb2" providerId="ADAL" clId="{DAAD53CD-03DC-4DBD-B826-A4F61111DD44}" dt="2022-07-11T21:16:01.307" v="1184" actId="47"/>
        <pc:sldMkLst>
          <pc:docMk/>
          <pc:sldMk cId="4155803438" sldId="335"/>
        </pc:sldMkLst>
      </pc:sldChg>
      <pc:sldChg chg="del">
        <pc:chgData name="Dan Thal" userId="ca96caf7-a7c4-4bf7-9438-a67ba53f0bb2" providerId="ADAL" clId="{DAAD53CD-03DC-4DBD-B826-A4F61111DD44}" dt="2022-07-11T21:16:01.307" v="1184" actId="47"/>
        <pc:sldMkLst>
          <pc:docMk/>
          <pc:sldMk cId="464237114" sldId="336"/>
        </pc:sldMkLst>
      </pc:sldChg>
      <pc:sldChg chg="del">
        <pc:chgData name="Dan Thal" userId="ca96caf7-a7c4-4bf7-9438-a67ba53f0bb2" providerId="ADAL" clId="{DAAD53CD-03DC-4DBD-B826-A4F61111DD44}" dt="2022-07-11T21:16:01.307" v="1184" actId="47"/>
        <pc:sldMkLst>
          <pc:docMk/>
          <pc:sldMk cId="1763059043" sldId="337"/>
        </pc:sldMkLst>
      </pc:sldChg>
      <pc:sldChg chg="del">
        <pc:chgData name="Dan Thal" userId="ca96caf7-a7c4-4bf7-9438-a67ba53f0bb2" providerId="ADAL" clId="{DAAD53CD-03DC-4DBD-B826-A4F61111DD44}" dt="2022-07-11T21:16:01.307" v="1184" actId="47"/>
        <pc:sldMkLst>
          <pc:docMk/>
          <pc:sldMk cId="3915649620" sldId="338"/>
        </pc:sldMkLst>
      </pc:sldChg>
      <pc:sldChg chg="addSp delSp modSp mod modAnim modNotesTx">
        <pc:chgData name="Dan Thal" userId="ca96caf7-a7c4-4bf7-9438-a67ba53f0bb2" providerId="ADAL" clId="{DAAD53CD-03DC-4DBD-B826-A4F61111DD44}" dt="2022-07-12T15:05:47.467" v="1571" actId="20577"/>
        <pc:sldMkLst>
          <pc:docMk/>
          <pc:sldMk cId="1539905429" sldId="339"/>
        </pc:sldMkLst>
        <pc:spChg chg="mod">
          <ac:chgData name="Dan Thal" userId="ca96caf7-a7c4-4bf7-9438-a67ba53f0bb2" providerId="ADAL" clId="{DAAD53CD-03DC-4DBD-B826-A4F61111DD44}" dt="2022-07-11T21:10:04.517" v="40" actId="20577"/>
          <ac:spMkLst>
            <pc:docMk/>
            <pc:sldMk cId="1539905429" sldId="339"/>
            <ac:spMk id="2" creationId="{47709ACC-FAF8-424B-B310-3593972C1649}"/>
          </ac:spMkLst>
        </pc:spChg>
        <pc:spChg chg="add mod">
          <ac:chgData name="Dan Thal" userId="ca96caf7-a7c4-4bf7-9438-a67ba53f0bb2" providerId="ADAL" clId="{DAAD53CD-03DC-4DBD-B826-A4F61111DD44}" dt="2022-07-11T21:11:02.054" v="259" actId="20577"/>
          <ac:spMkLst>
            <pc:docMk/>
            <pc:sldMk cId="1539905429" sldId="339"/>
            <ac:spMk id="4" creationId="{BB464029-16BD-4F22-BEDE-5BB45FE19088}"/>
          </ac:spMkLst>
        </pc:spChg>
        <pc:picChg chg="del">
          <ac:chgData name="Dan Thal" userId="ca96caf7-a7c4-4bf7-9438-a67ba53f0bb2" providerId="ADAL" clId="{DAAD53CD-03DC-4DBD-B826-A4F61111DD44}" dt="2022-07-11T21:09:52.635" v="4" actId="478"/>
          <ac:picMkLst>
            <pc:docMk/>
            <pc:sldMk cId="1539905429" sldId="339"/>
            <ac:picMk id="5" creationId="{723B332E-166D-4198-9BE3-46C96F9D0E3B}"/>
          </ac:picMkLst>
        </pc:picChg>
      </pc:sldChg>
      <pc:sldChg chg="del">
        <pc:chgData name="Dan Thal" userId="ca96caf7-a7c4-4bf7-9438-a67ba53f0bb2" providerId="ADAL" clId="{DAAD53CD-03DC-4DBD-B826-A4F61111DD44}" dt="2022-07-11T21:16:01.307" v="1184" actId="47"/>
        <pc:sldMkLst>
          <pc:docMk/>
          <pc:sldMk cId="975684117" sldId="340"/>
        </pc:sldMkLst>
      </pc:sldChg>
      <pc:sldChg chg="del">
        <pc:chgData name="Dan Thal" userId="ca96caf7-a7c4-4bf7-9438-a67ba53f0bb2" providerId="ADAL" clId="{DAAD53CD-03DC-4DBD-B826-A4F61111DD44}" dt="2022-07-11T21:16:01.307" v="1184" actId="47"/>
        <pc:sldMkLst>
          <pc:docMk/>
          <pc:sldMk cId="442792548" sldId="341"/>
        </pc:sldMkLst>
      </pc:sldChg>
      <pc:sldChg chg="del">
        <pc:chgData name="Dan Thal" userId="ca96caf7-a7c4-4bf7-9438-a67ba53f0bb2" providerId="ADAL" clId="{DAAD53CD-03DC-4DBD-B826-A4F61111DD44}" dt="2022-07-11T21:16:01.307" v="1184" actId="47"/>
        <pc:sldMkLst>
          <pc:docMk/>
          <pc:sldMk cId="492403637" sldId="342"/>
        </pc:sldMkLst>
      </pc:sldChg>
      <pc:sldChg chg="del">
        <pc:chgData name="Dan Thal" userId="ca96caf7-a7c4-4bf7-9438-a67ba53f0bb2" providerId="ADAL" clId="{DAAD53CD-03DC-4DBD-B826-A4F61111DD44}" dt="2022-07-11T21:16:01.307" v="1184" actId="47"/>
        <pc:sldMkLst>
          <pc:docMk/>
          <pc:sldMk cId="1085158966" sldId="343"/>
        </pc:sldMkLst>
      </pc:sldChg>
      <pc:sldChg chg="del">
        <pc:chgData name="Dan Thal" userId="ca96caf7-a7c4-4bf7-9438-a67ba53f0bb2" providerId="ADAL" clId="{DAAD53CD-03DC-4DBD-B826-A4F61111DD44}" dt="2022-07-11T21:16:01.307" v="1184" actId="47"/>
        <pc:sldMkLst>
          <pc:docMk/>
          <pc:sldMk cId="3008030631" sldId="344"/>
        </pc:sldMkLst>
      </pc:sldChg>
      <pc:sldChg chg="del">
        <pc:chgData name="Dan Thal" userId="ca96caf7-a7c4-4bf7-9438-a67ba53f0bb2" providerId="ADAL" clId="{DAAD53CD-03DC-4DBD-B826-A4F61111DD44}" dt="2022-07-11T21:16:01.307" v="1184" actId="47"/>
        <pc:sldMkLst>
          <pc:docMk/>
          <pc:sldMk cId="439593337" sldId="345"/>
        </pc:sldMkLst>
      </pc:sldChg>
      <pc:sldChg chg="del">
        <pc:chgData name="Dan Thal" userId="ca96caf7-a7c4-4bf7-9438-a67ba53f0bb2" providerId="ADAL" clId="{DAAD53CD-03DC-4DBD-B826-A4F61111DD44}" dt="2022-07-11T21:16:01.307" v="1184" actId="47"/>
        <pc:sldMkLst>
          <pc:docMk/>
          <pc:sldMk cId="4244213800" sldId="346"/>
        </pc:sldMkLst>
      </pc:sldChg>
      <pc:sldChg chg="modSp add mod modAnim modNotesTx">
        <pc:chgData name="Dan Thal" userId="ca96caf7-a7c4-4bf7-9438-a67ba53f0bb2" providerId="ADAL" clId="{DAAD53CD-03DC-4DBD-B826-A4F61111DD44}" dt="2022-07-12T14:59:15.243" v="1480" actId="20577"/>
        <pc:sldMkLst>
          <pc:docMk/>
          <pc:sldMk cId="1012349475" sldId="347"/>
        </pc:sldMkLst>
        <pc:spChg chg="mod">
          <ac:chgData name="Dan Thal" userId="ca96caf7-a7c4-4bf7-9438-a67ba53f0bb2" providerId="ADAL" clId="{DAAD53CD-03DC-4DBD-B826-A4F61111DD44}" dt="2022-07-11T21:11:06.848" v="267" actId="20577"/>
          <ac:spMkLst>
            <pc:docMk/>
            <pc:sldMk cId="1012349475" sldId="347"/>
            <ac:spMk id="2" creationId="{47709ACC-FAF8-424B-B310-3593972C1649}"/>
          </ac:spMkLst>
        </pc:spChg>
        <pc:spChg chg="mod">
          <ac:chgData name="Dan Thal" userId="ca96caf7-a7c4-4bf7-9438-a67ba53f0bb2" providerId="ADAL" clId="{DAAD53CD-03DC-4DBD-B826-A4F61111DD44}" dt="2022-07-12T14:59:15.243" v="1480" actId="20577"/>
          <ac:spMkLst>
            <pc:docMk/>
            <pc:sldMk cId="1012349475" sldId="347"/>
            <ac:spMk id="4" creationId="{BB464029-16BD-4F22-BEDE-5BB45FE19088}"/>
          </ac:spMkLst>
        </pc:spChg>
      </pc:sldChg>
      <pc:sldChg chg="modSp add mod modAnim modNotesTx">
        <pc:chgData name="Dan Thal" userId="ca96caf7-a7c4-4bf7-9438-a67ba53f0bb2" providerId="ADAL" clId="{DAAD53CD-03DC-4DBD-B826-A4F61111DD44}" dt="2022-07-12T14:53:55.709" v="1292" actId="20577"/>
        <pc:sldMkLst>
          <pc:docMk/>
          <pc:sldMk cId="2295957172" sldId="348"/>
        </pc:sldMkLst>
        <pc:spChg chg="mod">
          <ac:chgData name="Dan Thal" userId="ca96caf7-a7c4-4bf7-9438-a67ba53f0bb2" providerId="ADAL" clId="{DAAD53CD-03DC-4DBD-B826-A4F61111DD44}" dt="2022-07-11T21:16:05.708" v="1197" actId="20577"/>
          <ac:spMkLst>
            <pc:docMk/>
            <pc:sldMk cId="2295957172" sldId="348"/>
            <ac:spMk id="2" creationId="{47709ACC-FAF8-424B-B310-3593972C1649}"/>
          </ac:spMkLst>
        </pc:spChg>
        <pc:spChg chg="mod">
          <ac:chgData name="Dan Thal" userId="ca96caf7-a7c4-4bf7-9438-a67ba53f0bb2" providerId="ADAL" clId="{DAAD53CD-03DC-4DBD-B826-A4F61111DD44}" dt="2022-07-12T14:49:58.165" v="1229" actId="21"/>
          <ac:spMkLst>
            <pc:docMk/>
            <pc:sldMk cId="2295957172" sldId="348"/>
            <ac:spMk id="4" creationId="{BB464029-16BD-4F22-BEDE-5BB45FE19088}"/>
          </ac:spMkLst>
        </pc:spChg>
      </pc:sldChg>
      <pc:sldChg chg="modSp add mod modAnim">
        <pc:chgData name="Dan Thal" userId="ca96caf7-a7c4-4bf7-9438-a67ba53f0bb2" providerId="ADAL" clId="{DAAD53CD-03DC-4DBD-B826-A4F61111DD44}" dt="2022-07-12T14:49:02.212" v="1225" actId="6549"/>
        <pc:sldMkLst>
          <pc:docMk/>
          <pc:sldMk cId="2554663142" sldId="349"/>
        </pc:sldMkLst>
        <pc:spChg chg="mod">
          <ac:chgData name="Dan Thal" userId="ca96caf7-a7c4-4bf7-9438-a67ba53f0bb2" providerId="ADAL" clId="{DAAD53CD-03DC-4DBD-B826-A4F61111DD44}" dt="2022-07-12T14:49:00.119" v="1224" actId="20577"/>
          <ac:spMkLst>
            <pc:docMk/>
            <pc:sldMk cId="2554663142" sldId="349"/>
            <ac:spMk id="2" creationId="{47709ACC-FAF8-424B-B310-3593972C1649}"/>
          </ac:spMkLst>
        </pc:spChg>
        <pc:spChg chg="mod">
          <ac:chgData name="Dan Thal" userId="ca96caf7-a7c4-4bf7-9438-a67ba53f0bb2" providerId="ADAL" clId="{DAAD53CD-03DC-4DBD-B826-A4F61111DD44}" dt="2022-07-12T14:49:02.212" v="1225" actId="6549"/>
          <ac:spMkLst>
            <pc:docMk/>
            <pc:sldMk cId="2554663142" sldId="349"/>
            <ac:spMk id="4" creationId="{BB464029-16BD-4F22-BEDE-5BB45FE1908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5CF0BB-4F7E-4A1E-BA76-E55604F87CB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D71BE8-4891-44E4-B2A9-A1927FFAF46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EE2B28-A804-48F3-A8B3-A4E6DA5B11F6}" type="datetimeFigureOut">
              <a:rPr lang="en-US" smtClean="0"/>
              <a:t>4/12/2023</a:t>
            </a:fld>
            <a:endParaRPr lang="en-US"/>
          </a:p>
        </p:txBody>
      </p:sp>
      <p:sp>
        <p:nvSpPr>
          <p:cNvPr id="4" name="Footer Placeholder 3">
            <a:extLst>
              <a:ext uri="{FF2B5EF4-FFF2-40B4-BE49-F238E27FC236}">
                <a16:creationId xmlns:a16="http://schemas.microsoft.com/office/drawing/2014/main" id="{DC1982C3-9721-410E-B703-399581D721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3415222-20D5-4315-BFD8-AD32797679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A62E9E-256D-4B13-92B6-1D75A6AA896D}" type="slidenum">
              <a:rPr lang="en-US" smtClean="0"/>
              <a:t>‹#›</a:t>
            </a:fld>
            <a:endParaRPr lang="en-US"/>
          </a:p>
        </p:txBody>
      </p:sp>
    </p:spTree>
    <p:extLst>
      <p:ext uri="{BB962C8B-B14F-4D97-AF65-F5344CB8AC3E}">
        <p14:creationId xmlns:p14="http://schemas.microsoft.com/office/powerpoint/2010/main" val="35571933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7709C9-FABE-4B7D-817F-7C96C23A6915}" type="datetimeFigureOut">
              <a:rPr lang="en-US" smtClean="0"/>
              <a:t>4/12/2023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5B9C1-75D6-4B7F-AF0F-ABF732B21182}" type="slidenum">
              <a:rPr lang="en-US" smtClean="0"/>
              <a:t>‹#›</a:t>
            </a:fld>
            <a:endParaRPr lang="en-US"/>
          </a:p>
        </p:txBody>
      </p:sp>
    </p:spTree>
    <p:extLst>
      <p:ext uri="{BB962C8B-B14F-4D97-AF65-F5344CB8AC3E}">
        <p14:creationId xmlns:p14="http://schemas.microsoft.com/office/powerpoint/2010/main" val="512549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spcBef>
                <a:spcPts val="0"/>
              </a:spcBef>
              <a:spcAft>
                <a:spcPts val="0"/>
              </a:spcAft>
              <a:buSzPts val="1000"/>
              <a:buFont typeface="Courier New" panose="02070309020205020404" pitchFamily="49" charset="0"/>
              <a:buChar char="o"/>
              <a:tabLst>
                <a:tab pos="914400" algn="l"/>
              </a:tabLs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A55B9C1-75D6-4B7F-AF0F-ABF732B21182}" type="slidenum">
              <a:rPr lang="en-US" smtClean="0"/>
              <a:t>1</a:t>
            </a:fld>
            <a:endParaRPr lang="en-US" dirty="0"/>
          </a:p>
        </p:txBody>
      </p:sp>
    </p:spTree>
    <p:extLst>
      <p:ext uri="{BB962C8B-B14F-4D97-AF65-F5344CB8AC3E}">
        <p14:creationId xmlns:p14="http://schemas.microsoft.com/office/powerpoint/2010/main" val="444703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a:t>
            </a:fld>
            <a:endParaRPr lang="en-US" dirty="0"/>
          </a:p>
        </p:txBody>
      </p:sp>
    </p:spTree>
    <p:extLst>
      <p:ext uri="{BB962C8B-B14F-4D97-AF65-F5344CB8AC3E}">
        <p14:creationId xmlns:p14="http://schemas.microsoft.com/office/powerpoint/2010/main" val="2035586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a:t>
            </a:fld>
            <a:endParaRPr lang="en-US" dirty="0"/>
          </a:p>
        </p:txBody>
      </p:sp>
    </p:spTree>
    <p:extLst>
      <p:ext uri="{BB962C8B-B14F-4D97-AF65-F5344CB8AC3E}">
        <p14:creationId xmlns:p14="http://schemas.microsoft.com/office/powerpoint/2010/main" val="2106120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J=practice, z=treatment</a:t>
                </a:r>
              </a:p>
              <a:p>
                <a:r>
                  <a:rPr lang="en-US" strike="noStrike" dirty="0"/>
                  <a:t>mu: e.g. practices with sicker </a:t>
                </a:r>
                <a:r>
                  <a:rPr lang="en-US" strike="noStrike" dirty="0" err="1"/>
                  <a:t>benes</a:t>
                </a:r>
                <a:r>
                  <a:rPr lang="en-US" strike="noStrike" dirty="0"/>
                  <a:t> have increases</a:t>
                </a:r>
              </a:p>
              <a:p>
                <a:r>
                  <a:rPr lang="en-US" strike="noStrike" dirty="0"/>
                  <a:t>tau: former CPC+ practices have </a:t>
                </a:r>
                <a:r>
                  <a:rPr lang="en-US" i="1" strike="noStrike" dirty="0"/>
                  <a:t>smaller</a:t>
                </a:r>
                <a:r>
                  <a:rPr lang="en-US" strike="noStrike" dirty="0"/>
                  <a:t> benefit</a:t>
                </a:r>
              </a:p>
              <a:p>
                <a:r>
                  <a:rPr lang="en-US" strike="noStrike" dirty="0"/>
                  <a:t>U: practice is just a super well oiled machine</a:t>
                </a:r>
              </a:p>
              <a:p>
                <a:r>
                  <a:rPr lang="en-US" strike="noStrike" dirty="0"/>
                  <a:t>V: practice has an enthusiastic care coordinator and gets a lot more out of PCF</a:t>
                </a:r>
              </a:p>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4</a:t>
            </a:fld>
            <a:endParaRPr lang="en-US" dirty="0"/>
          </a:p>
        </p:txBody>
      </p:sp>
    </p:spTree>
    <p:extLst>
      <p:ext uri="{BB962C8B-B14F-4D97-AF65-F5344CB8AC3E}">
        <p14:creationId xmlns:p14="http://schemas.microsoft.com/office/powerpoint/2010/main" val="455137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5</a:t>
            </a:fld>
            <a:endParaRPr lang="en-US" dirty="0"/>
          </a:p>
        </p:txBody>
      </p:sp>
    </p:spTree>
    <p:extLst>
      <p:ext uri="{BB962C8B-B14F-4D97-AF65-F5344CB8AC3E}">
        <p14:creationId xmlns:p14="http://schemas.microsoft.com/office/powerpoint/2010/main" val="1375248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6</a:t>
            </a:fld>
            <a:endParaRPr lang="en-US" dirty="0"/>
          </a:p>
        </p:txBody>
      </p:sp>
    </p:spTree>
    <p:extLst>
      <p:ext uri="{BB962C8B-B14F-4D97-AF65-F5344CB8AC3E}">
        <p14:creationId xmlns:p14="http://schemas.microsoft.com/office/powerpoint/2010/main" val="4162297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7</a:t>
            </a:fld>
            <a:endParaRPr lang="en-US" dirty="0"/>
          </a:p>
        </p:txBody>
      </p:sp>
    </p:spTree>
    <p:extLst>
      <p:ext uri="{BB962C8B-B14F-4D97-AF65-F5344CB8AC3E}">
        <p14:creationId xmlns:p14="http://schemas.microsoft.com/office/powerpoint/2010/main" val="43222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8</a:t>
            </a:fld>
            <a:endParaRPr lang="en-US" dirty="0"/>
          </a:p>
        </p:txBody>
      </p:sp>
    </p:spTree>
    <p:extLst>
      <p:ext uri="{BB962C8B-B14F-4D97-AF65-F5344CB8AC3E}">
        <p14:creationId xmlns:p14="http://schemas.microsoft.com/office/powerpoint/2010/main" val="331896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Prior sensitivity</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9</a:t>
            </a:fld>
            <a:endParaRPr lang="en-US" dirty="0"/>
          </a:p>
        </p:txBody>
      </p:sp>
    </p:spTree>
    <p:extLst>
      <p:ext uri="{BB962C8B-B14F-4D97-AF65-F5344CB8AC3E}">
        <p14:creationId xmlns:p14="http://schemas.microsoft.com/office/powerpoint/2010/main" val="6688628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1a_Cover No Phot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4A388E-B06A-4D79-8E16-C48CCA2FED40}"/>
              </a:ext>
            </a:extLst>
          </p:cNvPr>
          <p:cNvSpPr/>
          <p:nvPr userDrawn="1"/>
        </p:nvSpPr>
        <p:spPr>
          <a:xfrm>
            <a:off x="0" y="0"/>
            <a:ext cx="121920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AEF5E-43BE-4982-AF11-23553FB996F4}"/>
              </a:ext>
            </a:extLst>
          </p:cNvPr>
          <p:cNvSpPr>
            <a:spLocks noGrp="1"/>
          </p:cNvSpPr>
          <p:nvPr>
            <p:ph type="ctrTitle" hasCustomPrompt="1"/>
          </p:nvPr>
        </p:nvSpPr>
        <p:spPr>
          <a:xfrm>
            <a:off x="1081572" y="1828800"/>
            <a:ext cx="6855223" cy="1600200"/>
          </a:xfrm>
        </p:spPr>
        <p:txBody>
          <a:bodyPr lIns="0" tIns="0" rIns="0" bIns="0" anchor="b">
            <a:normAutofit/>
          </a:bodyPr>
          <a:lstStyle>
            <a:lvl1pPr algn="l">
              <a:defRPr sz="4800"/>
            </a:lvl1pPr>
          </a:lstStyle>
          <a:p>
            <a:r>
              <a:rPr lang="en-US" dirty="0"/>
              <a:t>Click to Edit Title</a:t>
            </a:r>
          </a:p>
        </p:txBody>
      </p:sp>
      <p:sp>
        <p:nvSpPr>
          <p:cNvPr id="3" name="Subtitle 2">
            <a:extLst>
              <a:ext uri="{FF2B5EF4-FFF2-40B4-BE49-F238E27FC236}">
                <a16:creationId xmlns:a16="http://schemas.microsoft.com/office/drawing/2014/main" id="{41B8EF85-CEDF-41E4-ACAE-55398170CCC7}"/>
              </a:ext>
            </a:extLst>
          </p:cNvPr>
          <p:cNvSpPr>
            <a:spLocks noGrp="1"/>
          </p:cNvSpPr>
          <p:nvPr>
            <p:ph type="subTitle" idx="1" hasCustomPrompt="1"/>
          </p:nvPr>
        </p:nvSpPr>
        <p:spPr>
          <a:xfrm>
            <a:off x="1081574" y="3657598"/>
            <a:ext cx="6855222" cy="758954"/>
          </a:xfrm>
        </p:spPr>
        <p:txBody>
          <a:bodyPr lIns="0" tIns="0" rIns="0" bIns="0">
            <a:normAutofit/>
          </a:bodyPr>
          <a:lstStyle>
            <a:lvl1pPr marL="0" indent="0" algn="l">
              <a:buNone/>
              <a:tabLst>
                <a:tab pos="2627313" algn="l"/>
              </a:tabLst>
              <a:defRPr sz="20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7" name="Rectangle 6">
            <a:extLst>
              <a:ext uri="{FF2B5EF4-FFF2-40B4-BE49-F238E27FC236}">
                <a16:creationId xmlns:a16="http://schemas.microsoft.com/office/drawing/2014/main" id="{E32A52A6-D66B-4BC5-9D99-278AABEA09F6}"/>
              </a:ext>
            </a:extLst>
          </p:cNvPr>
          <p:cNvSpPr>
            <a:spLocks/>
          </p:cNvSpPr>
          <p:nvPr userDrawn="1"/>
        </p:nvSpPr>
        <p:spPr>
          <a:xfrm>
            <a:off x="7936795" y="2602795"/>
            <a:ext cx="4255205" cy="4255205"/>
          </a:xfrm>
          <a:custGeom>
            <a:avLst/>
            <a:gdLst>
              <a:gd name="connsiteX0" fmla="*/ 0 w 3803374"/>
              <a:gd name="connsiteY0" fmla="*/ 0 h 3803374"/>
              <a:gd name="connsiteX1" fmla="*/ 3803374 w 3803374"/>
              <a:gd name="connsiteY1" fmla="*/ 0 h 3803374"/>
              <a:gd name="connsiteX2" fmla="*/ 3803374 w 3803374"/>
              <a:gd name="connsiteY2" fmla="*/ 3803374 h 3803374"/>
              <a:gd name="connsiteX3" fmla="*/ 0 w 3803374"/>
              <a:gd name="connsiteY3" fmla="*/ 3803374 h 3803374"/>
              <a:gd name="connsiteX4" fmla="*/ 0 w 3803374"/>
              <a:gd name="connsiteY4" fmla="*/ 0 h 3803374"/>
              <a:gd name="connsiteX0" fmla="*/ 0 w 3803374"/>
              <a:gd name="connsiteY0" fmla="*/ 3803374 h 3803374"/>
              <a:gd name="connsiteX1" fmla="*/ 3803374 w 3803374"/>
              <a:gd name="connsiteY1" fmla="*/ 0 h 3803374"/>
              <a:gd name="connsiteX2" fmla="*/ 3803374 w 3803374"/>
              <a:gd name="connsiteY2" fmla="*/ 3803374 h 3803374"/>
              <a:gd name="connsiteX3" fmla="*/ 0 w 3803374"/>
              <a:gd name="connsiteY3" fmla="*/ 3803374 h 3803374"/>
            </a:gdLst>
            <a:ahLst/>
            <a:cxnLst>
              <a:cxn ang="0">
                <a:pos x="connsiteX0" y="connsiteY0"/>
              </a:cxn>
              <a:cxn ang="0">
                <a:pos x="connsiteX1" y="connsiteY1"/>
              </a:cxn>
              <a:cxn ang="0">
                <a:pos x="connsiteX2" y="connsiteY2"/>
              </a:cxn>
              <a:cxn ang="0">
                <a:pos x="connsiteX3" y="connsiteY3"/>
              </a:cxn>
            </a:cxnLst>
            <a:rect l="l" t="t" r="r" b="b"/>
            <a:pathLst>
              <a:path w="3803374" h="3803374">
                <a:moveTo>
                  <a:pt x="0" y="3803374"/>
                </a:moveTo>
                <a:lnTo>
                  <a:pt x="3803374" y="0"/>
                </a:lnTo>
                <a:lnTo>
                  <a:pt x="3803374" y="3803374"/>
                </a:lnTo>
                <a:lnTo>
                  <a:pt x="0" y="380337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12">
            <a:extLst>
              <a:ext uri="{FF2B5EF4-FFF2-40B4-BE49-F238E27FC236}">
                <a16:creationId xmlns:a16="http://schemas.microsoft.com/office/drawing/2014/main" id="{1EFD9D08-F912-4919-8413-C9BEF3FADAE7}"/>
              </a:ext>
            </a:extLst>
          </p:cNvPr>
          <p:cNvSpPr>
            <a:spLocks noGrp="1"/>
          </p:cNvSpPr>
          <p:nvPr>
            <p:ph sz="quarter" idx="10" hasCustomPrompt="1"/>
          </p:nvPr>
        </p:nvSpPr>
        <p:spPr>
          <a:xfrm>
            <a:off x="1081573" y="4572000"/>
            <a:ext cx="4841761" cy="758952"/>
          </a:xfrm>
        </p:spPr>
        <p:txBody>
          <a:bodyPr lIns="0" tIns="0" rIns="0" bIns="0">
            <a:normAutofit/>
          </a:bodyPr>
          <a:lstStyle>
            <a:lvl1pPr marL="0" indent="0">
              <a:buNone/>
              <a:defRPr sz="18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6" name="Picture Placeholder 15">
            <a:extLst>
              <a:ext uri="{FF2B5EF4-FFF2-40B4-BE49-F238E27FC236}">
                <a16:creationId xmlns:a16="http://schemas.microsoft.com/office/drawing/2014/main" id="{B0B3A2AB-FF61-4FD4-926C-5D90CEE1C9A7}"/>
              </a:ext>
            </a:extLst>
          </p:cNvPr>
          <p:cNvSpPr>
            <a:spLocks noGrp="1"/>
          </p:cNvSpPr>
          <p:nvPr>
            <p:ph type="pic" sz="quarter" idx="11"/>
          </p:nvPr>
        </p:nvSpPr>
        <p:spPr>
          <a:xfrm>
            <a:off x="6240234" y="541448"/>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B42A78-8FEF-406F-ADD8-D01637FDE6F9}"/>
              </a:ext>
            </a:extLst>
          </p:cNvPr>
          <p:cNvSpPr>
            <a:spLocks noGrp="1"/>
          </p:cNvSpPr>
          <p:nvPr>
            <p:ph type="pic" sz="quarter" idx="12"/>
          </p:nvPr>
        </p:nvSpPr>
        <p:spPr>
          <a:xfrm>
            <a:off x="3670911" y="541448"/>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9" name="Content Placeholder 12">
            <a:extLst>
              <a:ext uri="{FF2B5EF4-FFF2-40B4-BE49-F238E27FC236}">
                <a16:creationId xmlns:a16="http://schemas.microsoft.com/office/drawing/2014/main" id="{21CBA2AD-5408-4390-AA0E-2745616C0181}"/>
              </a:ext>
            </a:extLst>
          </p:cNvPr>
          <p:cNvSpPr>
            <a:spLocks noGrp="1"/>
          </p:cNvSpPr>
          <p:nvPr>
            <p:ph sz="quarter" idx="13" hasCustomPrompt="1"/>
          </p:nvPr>
        </p:nvSpPr>
        <p:spPr>
          <a:xfrm>
            <a:off x="1081574" y="5486400"/>
            <a:ext cx="4841760" cy="640080"/>
          </a:xfrm>
        </p:spPr>
        <p:txBody>
          <a:bodyPr lIns="0" tIns="0" rIns="0" bIns="0">
            <a:normAutofit/>
          </a:bodyPr>
          <a:lstStyle>
            <a:lvl1pPr marL="0" indent="0">
              <a:buNone/>
              <a:defRPr sz="16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4" name="Rectangle 16">
            <a:extLst>
              <a:ext uri="{FF2B5EF4-FFF2-40B4-BE49-F238E27FC236}">
                <a16:creationId xmlns:a16="http://schemas.microsoft.com/office/drawing/2014/main" id="{BD530D61-45F9-4CD5-8261-D7F73A8BBCB3}"/>
              </a:ext>
            </a:extLst>
          </p:cNvPr>
          <p:cNvSpPr/>
          <p:nvPr userDrawn="1"/>
        </p:nvSpPr>
        <p:spPr>
          <a:xfrm rot="10800000">
            <a:off x="0" y="-1527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2" name="Picture 8">
            <a:extLst>
              <a:ext uri="{FF2B5EF4-FFF2-40B4-BE49-F238E27FC236}">
                <a16:creationId xmlns:a16="http://schemas.microsoft.com/office/drawing/2014/main" id="{73178B1A-FD5A-4635-BAB7-509A387BF5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714315" y="-869234"/>
            <a:ext cx="4477685" cy="3460033"/>
          </a:xfrm>
          <a:prstGeom prst="rect">
            <a:avLst/>
          </a:prstGeom>
        </p:spPr>
      </p:pic>
    </p:spTree>
    <p:extLst>
      <p:ext uri="{BB962C8B-B14F-4D97-AF65-F5344CB8AC3E}">
        <p14:creationId xmlns:p14="http://schemas.microsoft.com/office/powerpoint/2010/main" val="113545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b_Cover with Photo Diagonal">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4A388E-B06A-4D79-8E16-C48CCA2FED40}"/>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D0AEF5E-43BE-4982-AF11-23553FB996F4}"/>
              </a:ext>
            </a:extLst>
          </p:cNvPr>
          <p:cNvSpPr>
            <a:spLocks noGrp="1"/>
          </p:cNvSpPr>
          <p:nvPr>
            <p:ph type="ctrTitle" hasCustomPrompt="1"/>
          </p:nvPr>
        </p:nvSpPr>
        <p:spPr>
          <a:xfrm>
            <a:off x="1054671" y="1828800"/>
            <a:ext cx="5041328" cy="1600200"/>
          </a:xfrm>
        </p:spPr>
        <p:txBody>
          <a:bodyPr lIns="0" tIns="0" rIns="0" bIns="0" anchor="b">
            <a:normAutofit/>
          </a:bodyPr>
          <a:lstStyle>
            <a:lvl1pPr algn="l">
              <a:defRPr sz="4800"/>
            </a:lvl1pPr>
          </a:lstStyle>
          <a:p>
            <a:r>
              <a:rPr lang="en-US" dirty="0"/>
              <a:t>Click to Edit Title</a:t>
            </a:r>
          </a:p>
        </p:txBody>
      </p:sp>
      <p:sp>
        <p:nvSpPr>
          <p:cNvPr id="3" name="Subtitle 2">
            <a:extLst>
              <a:ext uri="{FF2B5EF4-FFF2-40B4-BE49-F238E27FC236}">
                <a16:creationId xmlns:a16="http://schemas.microsoft.com/office/drawing/2014/main" id="{41B8EF85-CEDF-41E4-ACAE-55398170CCC7}"/>
              </a:ext>
            </a:extLst>
          </p:cNvPr>
          <p:cNvSpPr>
            <a:spLocks noGrp="1"/>
          </p:cNvSpPr>
          <p:nvPr>
            <p:ph type="subTitle" idx="1" hasCustomPrompt="1"/>
          </p:nvPr>
        </p:nvSpPr>
        <p:spPr>
          <a:xfrm>
            <a:off x="1054671" y="3657600"/>
            <a:ext cx="3974527" cy="777240"/>
          </a:xfrm>
        </p:spPr>
        <p:txBody>
          <a:bodyPr lIns="0" tIns="0" rIns="0" bIns="0">
            <a:normAutofit/>
          </a:bodyPr>
          <a:lstStyle>
            <a:lvl1pPr marL="0" indent="0" algn="l">
              <a:buNone/>
              <a:tabLst>
                <a:tab pos="2627313" algn="l"/>
              </a:tabLst>
              <a:defRPr sz="20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Content Placeholder 12">
            <a:extLst>
              <a:ext uri="{FF2B5EF4-FFF2-40B4-BE49-F238E27FC236}">
                <a16:creationId xmlns:a16="http://schemas.microsoft.com/office/drawing/2014/main" id="{1EFD9D08-F912-4919-8413-C9BEF3FADAE7}"/>
              </a:ext>
            </a:extLst>
          </p:cNvPr>
          <p:cNvSpPr>
            <a:spLocks noGrp="1"/>
          </p:cNvSpPr>
          <p:nvPr>
            <p:ph sz="quarter" idx="10" hasCustomPrompt="1"/>
          </p:nvPr>
        </p:nvSpPr>
        <p:spPr>
          <a:xfrm>
            <a:off x="1054671" y="4464988"/>
            <a:ext cx="3060127" cy="758952"/>
          </a:xfrm>
        </p:spPr>
        <p:txBody>
          <a:bodyPr lIns="0" tIns="0" rIns="0" bIns="0">
            <a:normAutofit/>
          </a:bodyPr>
          <a:lstStyle>
            <a:lvl1pPr marL="0" indent="0">
              <a:buNone/>
              <a:defRPr sz="18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6" name="Picture Placeholder 15">
            <a:extLst>
              <a:ext uri="{FF2B5EF4-FFF2-40B4-BE49-F238E27FC236}">
                <a16:creationId xmlns:a16="http://schemas.microsoft.com/office/drawing/2014/main" id="{B0B3A2AB-FF61-4FD4-926C-5D90CEE1C9A7}"/>
              </a:ext>
            </a:extLst>
          </p:cNvPr>
          <p:cNvSpPr>
            <a:spLocks noGrp="1"/>
          </p:cNvSpPr>
          <p:nvPr>
            <p:ph type="pic" sz="quarter" idx="11"/>
          </p:nvPr>
        </p:nvSpPr>
        <p:spPr>
          <a:xfrm>
            <a:off x="5762096"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B42A78-8FEF-406F-ADD8-D01637FDE6F9}"/>
              </a:ext>
            </a:extLst>
          </p:cNvPr>
          <p:cNvSpPr>
            <a:spLocks noGrp="1"/>
          </p:cNvSpPr>
          <p:nvPr>
            <p:ph type="pic" sz="quarter" idx="12"/>
          </p:nvPr>
        </p:nvSpPr>
        <p:spPr>
          <a:xfrm>
            <a:off x="3291806"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9" name="Content Placeholder 12">
            <a:extLst>
              <a:ext uri="{FF2B5EF4-FFF2-40B4-BE49-F238E27FC236}">
                <a16:creationId xmlns:a16="http://schemas.microsoft.com/office/drawing/2014/main" id="{21CBA2AD-5408-4390-AA0E-2745616C0181}"/>
              </a:ext>
            </a:extLst>
          </p:cNvPr>
          <p:cNvSpPr>
            <a:spLocks noGrp="1"/>
          </p:cNvSpPr>
          <p:nvPr>
            <p:ph sz="quarter" idx="13" hasCustomPrompt="1"/>
          </p:nvPr>
        </p:nvSpPr>
        <p:spPr>
          <a:xfrm>
            <a:off x="1054671" y="5486399"/>
            <a:ext cx="2237167" cy="640080"/>
          </a:xfrm>
        </p:spPr>
        <p:txBody>
          <a:bodyPr lIns="0" tIns="0" rIns="0" bIns="0">
            <a:normAutofit/>
          </a:bodyPr>
          <a:lstStyle>
            <a:lvl1pPr marL="0" indent="0">
              <a:buNone/>
              <a:defRPr sz="16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4" name="Picture Placeholder 4" descr="Five people in an office setting discuss data graphics displayed on a large screen.">
            <a:extLst>
              <a:ext uri="{FF2B5EF4-FFF2-40B4-BE49-F238E27FC236}">
                <a16:creationId xmlns:a16="http://schemas.microsoft.com/office/drawing/2014/main" id="{C57D06CD-717E-4E28-AA51-F7E0266AE6BC}"/>
              </a:ext>
            </a:extLst>
          </p:cNvPr>
          <p:cNvSpPr>
            <a:spLocks noGrp="1"/>
          </p:cNvSpPr>
          <p:nvPr>
            <p:ph type="pic" sz="quarter" idx="16" hasCustomPrompt="1"/>
          </p:nvPr>
        </p:nvSpPr>
        <p:spPr>
          <a:xfrm>
            <a:off x="3097212" y="-26894"/>
            <a:ext cx="9096374" cy="6884894"/>
          </a:xfrm>
          <a:custGeom>
            <a:avLst/>
            <a:gdLst>
              <a:gd name="connsiteX0" fmla="*/ 0 w 9042313"/>
              <a:gd name="connsiteY0" fmla="*/ 0 h 6858000"/>
              <a:gd name="connsiteX1" fmla="*/ 9042313 w 9042313"/>
              <a:gd name="connsiteY1" fmla="*/ 0 h 6858000"/>
              <a:gd name="connsiteX2" fmla="*/ 9042313 w 9042313"/>
              <a:gd name="connsiteY2" fmla="*/ 6858000 h 6858000"/>
              <a:gd name="connsiteX3" fmla="*/ 0 w 9042313"/>
              <a:gd name="connsiteY3" fmla="*/ 6858000 h 6858000"/>
              <a:gd name="connsiteX4" fmla="*/ 0 w 9042313"/>
              <a:gd name="connsiteY4" fmla="*/ 0 h 6858000"/>
              <a:gd name="connsiteX0" fmla="*/ 0 w 9042313"/>
              <a:gd name="connsiteY0" fmla="*/ 8965 h 6866965"/>
              <a:gd name="connsiteX1" fmla="*/ 3717278 w 9042313"/>
              <a:gd name="connsiteY1" fmla="*/ 0 h 6866965"/>
              <a:gd name="connsiteX2" fmla="*/ 9042313 w 9042313"/>
              <a:gd name="connsiteY2" fmla="*/ 8965 h 6866965"/>
              <a:gd name="connsiteX3" fmla="*/ 9042313 w 9042313"/>
              <a:gd name="connsiteY3" fmla="*/ 6866965 h 6866965"/>
              <a:gd name="connsiteX4" fmla="*/ 0 w 9042313"/>
              <a:gd name="connsiteY4" fmla="*/ 6866965 h 6866965"/>
              <a:gd name="connsiteX5" fmla="*/ 0 w 9042313"/>
              <a:gd name="connsiteY5" fmla="*/ 8965 h 6866965"/>
              <a:gd name="connsiteX0" fmla="*/ 0 w 9042313"/>
              <a:gd name="connsiteY0" fmla="*/ 1 h 6858001"/>
              <a:gd name="connsiteX1" fmla="*/ 7096972 w 9042313"/>
              <a:gd name="connsiteY1" fmla="*/ 0 h 6858001"/>
              <a:gd name="connsiteX2" fmla="*/ 9042313 w 9042313"/>
              <a:gd name="connsiteY2" fmla="*/ 1 h 6858001"/>
              <a:gd name="connsiteX3" fmla="*/ 9042313 w 9042313"/>
              <a:gd name="connsiteY3" fmla="*/ 6858001 h 6858001"/>
              <a:gd name="connsiteX4" fmla="*/ 0 w 9042313"/>
              <a:gd name="connsiteY4" fmla="*/ 6858001 h 6858001"/>
              <a:gd name="connsiteX5" fmla="*/ 0 w 9042313"/>
              <a:gd name="connsiteY5" fmla="*/ 1 h 6858001"/>
              <a:gd name="connsiteX0" fmla="*/ 1775012 w 9042313"/>
              <a:gd name="connsiteY0" fmla="*/ 5100918 h 6858001"/>
              <a:gd name="connsiteX1" fmla="*/ 7096972 w 9042313"/>
              <a:gd name="connsiteY1" fmla="*/ 0 h 6858001"/>
              <a:gd name="connsiteX2" fmla="*/ 9042313 w 9042313"/>
              <a:gd name="connsiteY2" fmla="*/ 1 h 6858001"/>
              <a:gd name="connsiteX3" fmla="*/ 9042313 w 9042313"/>
              <a:gd name="connsiteY3" fmla="*/ 6858001 h 6858001"/>
              <a:gd name="connsiteX4" fmla="*/ 0 w 9042313"/>
              <a:gd name="connsiteY4" fmla="*/ 6858001 h 6858001"/>
              <a:gd name="connsiteX5" fmla="*/ 1775012 w 9042313"/>
              <a:gd name="connsiteY5" fmla="*/ 5100918 h 6858001"/>
              <a:gd name="connsiteX0" fmla="*/ 1775012 w 9042313"/>
              <a:gd name="connsiteY0" fmla="*/ 5118847 h 6875930"/>
              <a:gd name="connsiteX1" fmla="*/ 7114902 w 9042313"/>
              <a:gd name="connsiteY1" fmla="*/ 0 h 6875930"/>
              <a:gd name="connsiteX2" fmla="*/ 9042313 w 9042313"/>
              <a:gd name="connsiteY2" fmla="*/ 17930 h 6875930"/>
              <a:gd name="connsiteX3" fmla="*/ 9042313 w 9042313"/>
              <a:gd name="connsiteY3" fmla="*/ 6875930 h 6875930"/>
              <a:gd name="connsiteX4" fmla="*/ 0 w 9042313"/>
              <a:gd name="connsiteY4" fmla="*/ 6875930 h 6875930"/>
              <a:gd name="connsiteX5" fmla="*/ 1775012 w 9042313"/>
              <a:gd name="connsiteY5" fmla="*/ 5118847 h 6875930"/>
              <a:gd name="connsiteX0" fmla="*/ 1775012 w 9042313"/>
              <a:gd name="connsiteY0" fmla="*/ 5118847 h 6875930"/>
              <a:gd name="connsiteX1" fmla="*/ 7114902 w 9042313"/>
              <a:gd name="connsiteY1" fmla="*/ 0 h 6875930"/>
              <a:gd name="connsiteX2" fmla="*/ 9042313 w 9042313"/>
              <a:gd name="connsiteY2" fmla="*/ 17930 h 6875930"/>
              <a:gd name="connsiteX3" fmla="*/ 9042313 w 9042313"/>
              <a:gd name="connsiteY3" fmla="*/ 6866965 h 6875930"/>
              <a:gd name="connsiteX4" fmla="*/ 0 w 9042313"/>
              <a:gd name="connsiteY4" fmla="*/ 6875930 h 6875930"/>
              <a:gd name="connsiteX5" fmla="*/ 1775012 w 9042313"/>
              <a:gd name="connsiteY5" fmla="*/ 5118847 h 6875930"/>
              <a:gd name="connsiteX0" fmla="*/ 0 w 9042313"/>
              <a:gd name="connsiteY0" fmla="*/ 6875930 h 6875930"/>
              <a:gd name="connsiteX1" fmla="*/ 7114902 w 9042313"/>
              <a:gd name="connsiteY1" fmla="*/ 0 h 6875930"/>
              <a:gd name="connsiteX2" fmla="*/ 9042313 w 9042313"/>
              <a:gd name="connsiteY2" fmla="*/ 17930 h 6875930"/>
              <a:gd name="connsiteX3" fmla="*/ 9042313 w 9042313"/>
              <a:gd name="connsiteY3" fmla="*/ 6866965 h 6875930"/>
              <a:gd name="connsiteX4" fmla="*/ 0 w 9042313"/>
              <a:gd name="connsiteY4" fmla="*/ 6875930 h 6875930"/>
              <a:gd name="connsiteX0" fmla="*/ 0 w 9042313"/>
              <a:gd name="connsiteY0" fmla="*/ 6875930 h 6884894"/>
              <a:gd name="connsiteX1" fmla="*/ 7114902 w 9042313"/>
              <a:gd name="connsiteY1" fmla="*/ 0 h 6884894"/>
              <a:gd name="connsiteX2" fmla="*/ 9042313 w 9042313"/>
              <a:gd name="connsiteY2" fmla="*/ 17930 h 6884894"/>
              <a:gd name="connsiteX3" fmla="*/ 6971466 w 9042313"/>
              <a:gd name="connsiteY3" fmla="*/ 6884894 h 6884894"/>
              <a:gd name="connsiteX4" fmla="*/ 0 w 9042313"/>
              <a:gd name="connsiteY4" fmla="*/ 6875930 h 6884894"/>
              <a:gd name="connsiteX0" fmla="*/ 0 w 9042313"/>
              <a:gd name="connsiteY0" fmla="*/ 6875930 h 6884894"/>
              <a:gd name="connsiteX1" fmla="*/ 7114902 w 9042313"/>
              <a:gd name="connsiteY1" fmla="*/ 0 h 6884894"/>
              <a:gd name="connsiteX2" fmla="*/ 9042313 w 9042313"/>
              <a:gd name="connsiteY2" fmla="*/ 17930 h 6884894"/>
              <a:gd name="connsiteX3" fmla="*/ 7697607 w 9042313"/>
              <a:gd name="connsiteY3" fmla="*/ 4509248 h 6884894"/>
              <a:gd name="connsiteX4" fmla="*/ 6971466 w 9042313"/>
              <a:gd name="connsiteY4" fmla="*/ 6884894 h 6884894"/>
              <a:gd name="connsiteX5" fmla="*/ 0 w 9042313"/>
              <a:gd name="connsiteY5" fmla="*/ 6875930 h 6884894"/>
              <a:gd name="connsiteX0" fmla="*/ 0 w 9042313"/>
              <a:gd name="connsiteY0" fmla="*/ 6875930 h 6884894"/>
              <a:gd name="connsiteX1" fmla="*/ 7114902 w 9042313"/>
              <a:gd name="connsiteY1" fmla="*/ 0 h 6884894"/>
              <a:gd name="connsiteX2" fmla="*/ 9042313 w 9042313"/>
              <a:gd name="connsiteY2" fmla="*/ 17930 h 6884894"/>
              <a:gd name="connsiteX3" fmla="*/ 9024383 w 9042313"/>
              <a:gd name="connsiteY3" fmla="*/ 4831978 h 6884894"/>
              <a:gd name="connsiteX4" fmla="*/ 6971466 w 9042313"/>
              <a:gd name="connsiteY4" fmla="*/ 6884894 h 6884894"/>
              <a:gd name="connsiteX5" fmla="*/ 0 w 9042313"/>
              <a:gd name="connsiteY5" fmla="*/ 6875930 h 6884894"/>
              <a:gd name="connsiteX0" fmla="*/ 0 w 9024626"/>
              <a:gd name="connsiteY0" fmla="*/ 6875930 h 6884894"/>
              <a:gd name="connsiteX1" fmla="*/ 7114902 w 9024626"/>
              <a:gd name="connsiteY1" fmla="*/ 0 h 6884894"/>
              <a:gd name="connsiteX2" fmla="*/ 8930250 w 9024626"/>
              <a:gd name="connsiteY2" fmla="*/ 114768 h 6884894"/>
              <a:gd name="connsiteX3" fmla="*/ 9024383 w 9024626"/>
              <a:gd name="connsiteY3" fmla="*/ 4831978 h 6884894"/>
              <a:gd name="connsiteX4" fmla="*/ 6971466 w 9024626"/>
              <a:gd name="connsiteY4" fmla="*/ 6884894 h 6884894"/>
              <a:gd name="connsiteX5" fmla="*/ 0 w 9024626"/>
              <a:gd name="connsiteY5" fmla="*/ 6875930 h 6884894"/>
              <a:gd name="connsiteX0" fmla="*/ 0 w 9043890"/>
              <a:gd name="connsiteY0" fmla="*/ 6875930 h 6884894"/>
              <a:gd name="connsiteX1" fmla="*/ 7114902 w 9043890"/>
              <a:gd name="connsiteY1" fmla="*/ 0 h 6884894"/>
              <a:gd name="connsiteX2" fmla="*/ 9043890 w 9043890"/>
              <a:gd name="connsiteY2" fmla="*/ 17930 h 6884894"/>
              <a:gd name="connsiteX3" fmla="*/ 9024383 w 9043890"/>
              <a:gd name="connsiteY3" fmla="*/ 4831978 h 6884894"/>
              <a:gd name="connsiteX4" fmla="*/ 6971466 w 9043890"/>
              <a:gd name="connsiteY4" fmla="*/ 6884894 h 6884894"/>
              <a:gd name="connsiteX5" fmla="*/ 0 w 9043890"/>
              <a:gd name="connsiteY5" fmla="*/ 6875930 h 6884894"/>
              <a:gd name="connsiteX0" fmla="*/ 0 w 9043890"/>
              <a:gd name="connsiteY0" fmla="*/ 6875930 h 6884894"/>
              <a:gd name="connsiteX1" fmla="*/ 7114902 w 9043890"/>
              <a:gd name="connsiteY1" fmla="*/ 0 h 6884894"/>
              <a:gd name="connsiteX2" fmla="*/ 9043890 w 9043890"/>
              <a:gd name="connsiteY2" fmla="*/ 17930 h 6884894"/>
              <a:gd name="connsiteX3" fmla="*/ 9041744 w 9043890"/>
              <a:gd name="connsiteY3" fmla="*/ 4806578 h 6884894"/>
              <a:gd name="connsiteX4" fmla="*/ 6971466 w 9043890"/>
              <a:gd name="connsiteY4" fmla="*/ 6884894 h 6884894"/>
              <a:gd name="connsiteX5" fmla="*/ 0 w 9043890"/>
              <a:gd name="connsiteY5" fmla="*/ 6875930 h 688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43890" h="6884894">
                <a:moveTo>
                  <a:pt x="0" y="6875930"/>
                </a:moveTo>
                <a:lnTo>
                  <a:pt x="7114902" y="0"/>
                </a:lnTo>
                <a:lnTo>
                  <a:pt x="9043890" y="17930"/>
                </a:lnTo>
                <a:cubicBezTo>
                  <a:pt x="9037913" y="1622613"/>
                  <a:pt x="9047721" y="3201895"/>
                  <a:pt x="9041744" y="4806578"/>
                </a:cubicBezTo>
                <a:lnTo>
                  <a:pt x="6971466" y="6884894"/>
                </a:lnTo>
                <a:lnTo>
                  <a:pt x="0" y="6875930"/>
                </a:lnTo>
                <a:close/>
              </a:path>
            </a:pathLst>
          </a:custGeom>
          <a:blipFill>
            <a:blip r:embed="rId2" cstate="screen">
              <a:extLst>
                <a:ext uri="{28A0092B-C50C-407E-A947-70E740481C1C}">
                  <a14:useLocalDpi xmlns:a14="http://schemas.microsoft.com/office/drawing/2010/main" val="0"/>
                </a:ext>
              </a:extLst>
            </a:blip>
            <a:srcRect/>
            <a:stretch>
              <a:fillRect l="-44" t="44"/>
            </a:stretch>
          </a:blipFill>
        </p:spPr>
        <p:txBody>
          <a:bodyPr anchor="t"/>
          <a:lstStyle>
            <a:lvl1pPr marL="0" indent="0" algn="r">
              <a:buFontTx/>
              <a:buNone/>
              <a:defRPr sz="1800">
                <a:solidFill>
                  <a:srgbClr val="FF0000"/>
                </a:solidFill>
              </a:defRPr>
            </a:lvl1pPr>
          </a:lstStyle>
          <a:p>
            <a:r>
              <a:rPr lang="en-US" dirty="0"/>
              <a:t>Click icon to replace photo, or leave as is</a:t>
            </a:r>
          </a:p>
        </p:txBody>
      </p:sp>
      <p:sp>
        <p:nvSpPr>
          <p:cNvPr id="7" name="Rectangle 6">
            <a:extLst>
              <a:ext uri="{FF2B5EF4-FFF2-40B4-BE49-F238E27FC236}">
                <a16:creationId xmlns:a16="http://schemas.microsoft.com/office/drawing/2014/main" id="{E32A52A6-D66B-4BC5-9D99-278AABEA09F6}"/>
              </a:ext>
            </a:extLst>
          </p:cNvPr>
          <p:cNvSpPr>
            <a:spLocks noChangeAspect="1"/>
          </p:cNvSpPr>
          <p:nvPr userDrawn="1"/>
        </p:nvSpPr>
        <p:spPr>
          <a:xfrm>
            <a:off x="9556786" y="4222786"/>
            <a:ext cx="2635214" cy="2635214"/>
          </a:xfrm>
          <a:custGeom>
            <a:avLst/>
            <a:gdLst>
              <a:gd name="connsiteX0" fmla="*/ 0 w 3803374"/>
              <a:gd name="connsiteY0" fmla="*/ 0 h 3803374"/>
              <a:gd name="connsiteX1" fmla="*/ 3803374 w 3803374"/>
              <a:gd name="connsiteY1" fmla="*/ 0 h 3803374"/>
              <a:gd name="connsiteX2" fmla="*/ 3803374 w 3803374"/>
              <a:gd name="connsiteY2" fmla="*/ 3803374 h 3803374"/>
              <a:gd name="connsiteX3" fmla="*/ 0 w 3803374"/>
              <a:gd name="connsiteY3" fmla="*/ 3803374 h 3803374"/>
              <a:gd name="connsiteX4" fmla="*/ 0 w 3803374"/>
              <a:gd name="connsiteY4" fmla="*/ 0 h 3803374"/>
              <a:gd name="connsiteX0" fmla="*/ 0 w 3803374"/>
              <a:gd name="connsiteY0" fmla="*/ 3803374 h 3803374"/>
              <a:gd name="connsiteX1" fmla="*/ 3803374 w 3803374"/>
              <a:gd name="connsiteY1" fmla="*/ 0 h 3803374"/>
              <a:gd name="connsiteX2" fmla="*/ 3803374 w 3803374"/>
              <a:gd name="connsiteY2" fmla="*/ 3803374 h 3803374"/>
              <a:gd name="connsiteX3" fmla="*/ 0 w 3803374"/>
              <a:gd name="connsiteY3" fmla="*/ 3803374 h 3803374"/>
            </a:gdLst>
            <a:ahLst/>
            <a:cxnLst>
              <a:cxn ang="0">
                <a:pos x="connsiteX0" y="connsiteY0"/>
              </a:cxn>
              <a:cxn ang="0">
                <a:pos x="connsiteX1" y="connsiteY1"/>
              </a:cxn>
              <a:cxn ang="0">
                <a:pos x="connsiteX2" y="connsiteY2"/>
              </a:cxn>
              <a:cxn ang="0">
                <a:pos x="connsiteX3" y="connsiteY3"/>
              </a:cxn>
            </a:cxnLst>
            <a:rect l="l" t="t" r="r" b="b"/>
            <a:pathLst>
              <a:path w="3803374" h="3803374">
                <a:moveTo>
                  <a:pt x="0" y="3803374"/>
                </a:moveTo>
                <a:lnTo>
                  <a:pt x="3803374" y="0"/>
                </a:lnTo>
                <a:lnTo>
                  <a:pt x="3803374" y="3803374"/>
                </a:lnTo>
                <a:lnTo>
                  <a:pt x="0" y="380337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C606F6A1-5B7B-49A7-AF41-96FAE58AB58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28650" y="-869234"/>
            <a:ext cx="4477685" cy="3460033"/>
          </a:xfrm>
          <a:prstGeom prst="rect">
            <a:avLst/>
          </a:prstGeom>
        </p:spPr>
      </p:pic>
    </p:spTree>
    <p:extLst>
      <p:ext uri="{BB962C8B-B14F-4D97-AF65-F5344CB8AC3E}">
        <p14:creationId xmlns:p14="http://schemas.microsoft.com/office/powerpoint/2010/main" val="1609215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1c_Cover with Photo Rectangul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4A388E-B06A-4D79-8E16-C48CCA2FED40}"/>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AEF5E-43BE-4982-AF11-23553FB996F4}"/>
              </a:ext>
            </a:extLst>
          </p:cNvPr>
          <p:cNvSpPr>
            <a:spLocks noGrp="1"/>
          </p:cNvSpPr>
          <p:nvPr>
            <p:ph type="ctrTitle" hasCustomPrompt="1"/>
          </p:nvPr>
        </p:nvSpPr>
        <p:spPr>
          <a:xfrm>
            <a:off x="1085130" y="1828800"/>
            <a:ext cx="6454793" cy="1600200"/>
          </a:xfrm>
        </p:spPr>
        <p:txBody>
          <a:bodyPr lIns="0" tIns="0" rIns="0" bIns="0" anchor="b">
            <a:normAutofit/>
          </a:bodyPr>
          <a:lstStyle>
            <a:lvl1pPr algn="l">
              <a:defRPr sz="4800"/>
            </a:lvl1pPr>
          </a:lstStyle>
          <a:p>
            <a:r>
              <a:rPr lang="en-US" dirty="0"/>
              <a:t>Click to Edit Title</a:t>
            </a:r>
          </a:p>
        </p:txBody>
      </p:sp>
      <p:sp>
        <p:nvSpPr>
          <p:cNvPr id="3" name="Subtitle 2">
            <a:extLst>
              <a:ext uri="{FF2B5EF4-FFF2-40B4-BE49-F238E27FC236}">
                <a16:creationId xmlns:a16="http://schemas.microsoft.com/office/drawing/2014/main" id="{41B8EF85-CEDF-41E4-ACAE-55398170CCC7}"/>
              </a:ext>
            </a:extLst>
          </p:cNvPr>
          <p:cNvSpPr>
            <a:spLocks noGrp="1"/>
          </p:cNvSpPr>
          <p:nvPr>
            <p:ph type="subTitle" idx="1" hasCustomPrompt="1"/>
          </p:nvPr>
        </p:nvSpPr>
        <p:spPr>
          <a:xfrm>
            <a:off x="1085130" y="3657600"/>
            <a:ext cx="6454793" cy="777240"/>
          </a:xfrm>
        </p:spPr>
        <p:txBody>
          <a:bodyPr lIns="0" tIns="0" rIns="0" bIns="0">
            <a:noAutofit/>
          </a:bodyPr>
          <a:lstStyle>
            <a:lvl1pPr marL="0" indent="0" algn="l">
              <a:buNone/>
              <a:tabLst>
                <a:tab pos="2627313" algn="l"/>
              </a:tabLst>
              <a:defRPr sz="20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pic>
        <p:nvPicPr>
          <p:cNvPr id="9" name="Picture 8">
            <a:extLst>
              <a:ext uri="{FF2B5EF4-FFF2-40B4-BE49-F238E27FC236}">
                <a16:creationId xmlns:a16="http://schemas.microsoft.com/office/drawing/2014/main" id="{2458B54D-39AF-473E-9B9A-A61CC3E401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38175" y="-916859"/>
            <a:ext cx="4477685" cy="3460033"/>
          </a:xfrm>
          <a:prstGeom prst="rect">
            <a:avLst/>
          </a:prstGeom>
        </p:spPr>
      </p:pic>
      <p:sp>
        <p:nvSpPr>
          <p:cNvPr id="13" name="Content Placeholder 12">
            <a:extLst>
              <a:ext uri="{FF2B5EF4-FFF2-40B4-BE49-F238E27FC236}">
                <a16:creationId xmlns:a16="http://schemas.microsoft.com/office/drawing/2014/main" id="{1EFD9D08-F912-4919-8413-C9BEF3FADAE7}"/>
              </a:ext>
            </a:extLst>
          </p:cNvPr>
          <p:cNvSpPr>
            <a:spLocks noGrp="1"/>
          </p:cNvSpPr>
          <p:nvPr>
            <p:ph sz="quarter" idx="10" hasCustomPrompt="1"/>
          </p:nvPr>
        </p:nvSpPr>
        <p:spPr>
          <a:xfrm>
            <a:off x="1085130" y="4572000"/>
            <a:ext cx="4846320" cy="758952"/>
          </a:xfrm>
        </p:spPr>
        <p:txBody>
          <a:bodyPr lIns="0" tIns="0" rIns="0" bIns="0">
            <a:noAutofit/>
          </a:bodyPr>
          <a:lstStyle>
            <a:lvl1pPr marL="0" indent="0">
              <a:buNone/>
              <a:defRPr sz="18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6" name="Picture Placeholder 15">
            <a:extLst>
              <a:ext uri="{FF2B5EF4-FFF2-40B4-BE49-F238E27FC236}">
                <a16:creationId xmlns:a16="http://schemas.microsoft.com/office/drawing/2014/main" id="{B0B3A2AB-FF61-4FD4-926C-5D90CEE1C9A7}"/>
              </a:ext>
            </a:extLst>
          </p:cNvPr>
          <p:cNvSpPr>
            <a:spLocks noGrp="1"/>
          </p:cNvSpPr>
          <p:nvPr>
            <p:ph type="pic" sz="quarter" idx="11"/>
          </p:nvPr>
        </p:nvSpPr>
        <p:spPr>
          <a:xfrm>
            <a:off x="5573963"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B42A78-8FEF-406F-ADD8-D01637FDE6F9}"/>
              </a:ext>
            </a:extLst>
          </p:cNvPr>
          <p:cNvSpPr>
            <a:spLocks noGrp="1"/>
          </p:cNvSpPr>
          <p:nvPr>
            <p:ph type="pic" sz="quarter" idx="12"/>
          </p:nvPr>
        </p:nvSpPr>
        <p:spPr>
          <a:xfrm>
            <a:off x="3291806"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9" name="Content Placeholder 12">
            <a:extLst>
              <a:ext uri="{FF2B5EF4-FFF2-40B4-BE49-F238E27FC236}">
                <a16:creationId xmlns:a16="http://schemas.microsoft.com/office/drawing/2014/main" id="{21CBA2AD-5408-4390-AA0E-2745616C0181}"/>
              </a:ext>
            </a:extLst>
          </p:cNvPr>
          <p:cNvSpPr>
            <a:spLocks noGrp="1"/>
          </p:cNvSpPr>
          <p:nvPr>
            <p:ph sz="quarter" idx="13" hasCustomPrompt="1"/>
          </p:nvPr>
        </p:nvSpPr>
        <p:spPr>
          <a:xfrm>
            <a:off x="1085130" y="5486400"/>
            <a:ext cx="4846320" cy="640080"/>
          </a:xfrm>
        </p:spPr>
        <p:txBody>
          <a:bodyPr lIns="0" tIns="0" rIns="0" bIns="0">
            <a:noAutofit/>
          </a:bodyPr>
          <a:lstStyle>
            <a:lvl1pPr marL="0" indent="0">
              <a:buNone/>
              <a:defRPr sz="16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a:t>
            </a:r>
            <a:r>
              <a:rPr lang="en-US"/>
              <a:t>edit text </a:t>
            </a:r>
            <a:endParaRPr lang="en-US" dirty="0"/>
          </a:p>
        </p:txBody>
      </p:sp>
      <p:sp>
        <p:nvSpPr>
          <p:cNvPr id="15" name="Picture Placeholder 3" descr="Three people engage in an informal conversation.">
            <a:extLst>
              <a:ext uri="{FF2B5EF4-FFF2-40B4-BE49-F238E27FC236}">
                <a16:creationId xmlns:a16="http://schemas.microsoft.com/office/drawing/2014/main" id="{5D696EB1-C520-41EF-85E1-D33FE8A4F12F}"/>
              </a:ext>
            </a:extLst>
          </p:cNvPr>
          <p:cNvSpPr>
            <a:spLocks noGrp="1"/>
          </p:cNvSpPr>
          <p:nvPr>
            <p:ph type="pic" sz="quarter" idx="16"/>
          </p:nvPr>
        </p:nvSpPr>
        <p:spPr>
          <a:xfrm>
            <a:off x="7949431" y="-2872"/>
            <a:ext cx="4252999" cy="6865212"/>
          </a:xfrm>
          <a:custGeom>
            <a:avLst/>
            <a:gdLst>
              <a:gd name="connsiteX0" fmla="*/ 0 w 4335432"/>
              <a:gd name="connsiteY0" fmla="*/ 0 h 6864993"/>
              <a:gd name="connsiteX1" fmla="*/ 4335432 w 4335432"/>
              <a:gd name="connsiteY1" fmla="*/ 0 h 6864993"/>
              <a:gd name="connsiteX2" fmla="*/ 4335432 w 4335432"/>
              <a:gd name="connsiteY2" fmla="*/ 6864993 h 6864993"/>
              <a:gd name="connsiteX3" fmla="*/ 0 w 4335432"/>
              <a:gd name="connsiteY3" fmla="*/ 6864993 h 6864993"/>
              <a:gd name="connsiteX4" fmla="*/ 0 w 4335432"/>
              <a:gd name="connsiteY4" fmla="*/ 0 h 6864993"/>
              <a:gd name="connsiteX0" fmla="*/ 0 w 4335432"/>
              <a:gd name="connsiteY0" fmla="*/ 0 h 6870078"/>
              <a:gd name="connsiteX1" fmla="*/ 4335432 w 4335432"/>
              <a:gd name="connsiteY1" fmla="*/ 0 h 6870078"/>
              <a:gd name="connsiteX2" fmla="*/ 4335432 w 4335432"/>
              <a:gd name="connsiteY2" fmla="*/ 6864993 h 6870078"/>
              <a:gd name="connsiteX3" fmla="*/ 2168079 w 4335432"/>
              <a:gd name="connsiteY3" fmla="*/ 6870078 h 6870078"/>
              <a:gd name="connsiteX4" fmla="*/ 0 w 4335432"/>
              <a:gd name="connsiteY4" fmla="*/ 6864993 h 6870078"/>
              <a:gd name="connsiteX5" fmla="*/ 0 w 4335432"/>
              <a:gd name="connsiteY5" fmla="*/ 0 h 6870078"/>
              <a:gd name="connsiteX0" fmla="*/ 0 w 4335432"/>
              <a:gd name="connsiteY0" fmla="*/ 0 h 6864993"/>
              <a:gd name="connsiteX1" fmla="*/ 4335432 w 4335432"/>
              <a:gd name="connsiteY1" fmla="*/ 0 h 6864993"/>
              <a:gd name="connsiteX2" fmla="*/ 4335432 w 4335432"/>
              <a:gd name="connsiteY2" fmla="*/ 6864993 h 6864993"/>
              <a:gd name="connsiteX3" fmla="*/ 2171148 w 4335432"/>
              <a:gd name="connsiteY3" fmla="*/ 6692107 h 6864993"/>
              <a:gd name="connsiteX4" fmla="*/ 0 w 4335432"/>
              <a:gd name="connsiteY4" fmla="*/ 6864993 h 6864993"/>
              <a:gd name="connsiteX5" fmla="*/ 0 w 4335432"/>
              <a:gd name="connsiteY5" fmla="*/ 0 h 6864993"/>
              <a:gd name="connsiteX0" fmla="*/ 0 w 4335432"/>
              <a:gd name="connsiteY0" fmla="*/ 0 h 6864993"/>
              <a:gd name="connsiteX1" fmla="*/ 4335432 w 4335432"/>
              <a:gd name="connsiteY1" fmla="*/ 0 h 6864993"/>
              <a:gd name="connsiteX2" fmla="*/ 4335432 w 4335432"/>
              <a:gd name="connsiteY2" fmla="*/ 6864993 h 6864993"/>
              <a:gd name="connsiteX3" fmla="*/ 2376734 w 4335432"/>
              <a:gd name="connsiteY3" fmla="*/ 6863941 h 6864993"/>
              <a:gd name="connsiteX4" fmla="*/ 0 w 4335432"/>
              <a:gd name="connsiteY4" fmla="*/ 6864993 h 6864993"/>
              <a:gd name="connsiteX5" fmla="*/ 0 w 4335432"/>
              <a:gd name="connsiteY5" fmla="*/ 0 h 6864993"/>
              <a:gd name="connsiteX0" fmla="*/ 0 w 4335432"/>
              <a:gd name="connsiteY0" fmla="*/ 0 h 6864993"/>
              <a:gd name="connsiteX1" fmla="*/ 4335432 w 4335432"/>
              <a:gd name="connsiteY1" fmla="*/ 0 h 6864993"/>
              <a:gd name="connsiteX2" fmla="*/ 4335432 w 4335432"/>
              <a:gd name="connsiteY2" fmla="*/ 4980961 h 6864993"/>
              <a:gd name="connsiteX3" fmla="*/ 2376734 w 4335432"/>
              <a:gd name="connsiteY3" fmla="*/ 6863941 h 6864993"/>
              <a:gd name="connsiteX4" fmla="*/ 0 w 4335432"/>
              <a:gd name="connsiteY4" fmla="*/ 6864993 h 6864993"/>
              <a:gd name="connsiteX5" fmla="*/ 0 w 4335432"/>
              <a:gd name="connsiteY5" fmla="*/ 0 h 6864993"/>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1511429 w 4335432"/>
              <a:gd name="connsiteY1" fmla="*/ 5940 h 6870078"/>
              <a:gd name="connsiteX2" fmla="*/ 4335432 w 4335432"/>
              <a:gd name="connsiteY2" fmla="*/ 0 h 6870078"/>
              <a:gd name="connsiteX3" fmla="*/ 4335432 w 4335432"/>
              <a:gd name="connsiteY3" fmla="*/ 4980961 h 6870078"/>
              <a:gd name="connsiteX4" fmla="*/ 2419692 w 4335432"/>
              <a:gd name="connsiteY4" fmla="*/ 6870078 h 6870078"/>
              <a:gd name="connsiteX5" fmla="*/ 0 w 4335432"/>
              <a:gd name="connsiteY5" fmla="*/ 6864993 h 6870078"/>
              <a:gd name="connsiteX6" fmla="*/ 0 w 4335432"/>
              <a:gd name="connsiteY6" fmla="*/ 0 h 6870078"/>
              <a:gd name="connsiteX0" fmla="*/ 0 w 4335432"/>
              <a:gd name="connsiteY0" fmla="*/ 1472859 h 6870078"/>
              <a:gd name="connsiteX1" fmla="*/ 1511429 w 4335432"/>
              <a:gd name="connsiteY1" fmla="*/ 5940 h 6870078"/>
              <a:gd name="connsiteX2" fmla="*/ 4335432 w 4335432"/>
              <a:gd name="connsiteY2" fmla="*/ 0 h 6870078"/>
              <a:gd name="connsiteX3" fmla="*/ 4335432 w 4335432"/>
              <a:gd name="connsiteY3" fmla="*/ 4980961 h 6870078"/>
              <a:gd name="connsiteX4" fmla="*/ 2419692 w 4335432"/>
              <a:gd name="connsiteY4" fmla="*/ 6870078 h 6870078"/>
              <a:gd name="connsiteX5" fmla="*/ 0 w 4335432"/>
              <a:gd name="connsiteY5" fmla="*/ 6864993 h 6870078"/>
              <a:gd name="connsiteX6" fmla="*/ 0 w 4335432"/>
              <a:gd name="connsiteY6" fmla="*/ 1472859 h 6870078"/>
              <a:gd name="connsiteX0" fmla="*/ 0 w 4338500"/>
              <a:gd name="connsiteY0" fmla="*/ 1500475 h 6870078"/>
              <a:gd name="connsiteX1" fmla="*/ 1514497 w 4338500"/>
              <a:gd name="connsiteY1" fmla="*/ 5940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115598 w 4338500"/>
              <a:gd name="connsiteY1" fmla="*/ 9009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505292 w 4338500"/>
              <a:gd name="connsiteY1" fmla="*/ 9009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508361 w 4338500"/>
              <a:gd name="connsiteY1" fmla="*/ 5941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572411 w 4338500"/>
              <a:gd name="connsiteY1" fmla="*/ 9418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45617"/>
              <a:gd name="connsiteY0" fmla="*/ 1643024 h 6870078"/>
              <a:gd name="connsiteX1" fmla="*/ 1579528 w 4345617"/>
              <a:gd name="connsiteY1" fmla="*/ 9418 h 6870078"/>
              <a:gd name="connsiteX2" fmla="*/ 4345617 w 4345617"/>
              <a:gd name="connsiteY2" fmla="*/ 0 h 6870078"/>
              <a:gd name="connsiteX3" fmla="*/ 4345617 w 4345617"/>
              <a:gd name="connsiteY3" fmla="*/ 4980961 h 6870078"/>
              <a:gd name="connsiteX4" fmla="*/ 2429877 w 4345617"/>
              <a:gd name="connsiteY4" fmla="*/ 6870078 h 6870078"/>
              <a:gd name="connsiteX5" fmla="*/ 10185 w 4345617"/>
              <a:gd name="connsiteY5" fmla="*/ 6864993 h 6870078"/>
              <a:gd name="connsiteX6" fmla="*/ 0 w 4345617"/>
              <a:gd name="connsiteY6" fmla="*/ 1643024 h 6870078"/>
              <a:gd name="connsiteX0" fmla="*/ 0 w 4342058"/>
              <a:gd name="connsiteY0" fmla="*/ 1549150 h 6870078"/>
              <a:gd name="connsiteX1" fmla="*/ 1575969 w 4342058"/>
              <a:gd name="connsiteY1" fmla="*/ 9418 h 6870078"/>
              <a:gd name="connsiteX2" fmla="*/ 4342058 w 4342058"/>
              <a:gd name="connsiteY2" fmla="*/ 0 h 6870078"/>
              <a:gd name="connsiteX3" fmla="*/ 4342058 w 4342058"/>
              <a:gd name="connsiteY3" fmla="*/ 4980961 h 6870078"/>
              <a:gd name="connsiteX4" fmla="*/ 2426318 w 4342058"/>
              <a:gd name="connsiteY4" fmla="*/ 6870078 h 6870078"/>
              <a:gd name="connsiteX5" fmla="*/ 6626 w 4342058"/>
              <a:gd name="connsiteY5" fmla="*/ 6864993 h 6870078"/>
              <a:gd name="connsiteX6" fmla="*/ 0 w 4342058"/>
              <a:gd name="connsiteY6" fmla="*/ 1549150 h 6870078"/>
              <a:gd name="connsiteX0" fmla="*/ 0 w 4342058"/>
              <a:gd name="connsiteY0" fmla="*/ 1549150 h 6870078"/>
              <a:gd name="connsiteX1" fmla="*/ 1718302 w 4342058"/>
              <a:gd name="connsiteY1" fmla="*/ 12895 h 6870078"/>
              <a:gd name="connsiteX2" fmla="*/ 4342058 w 4342058"/>
              <a:gd name="connsiteY2" fmla="*/ 0 h 6870078"/>
              <a:gd name="connsiteX3" fmla="*/ 4342058 w 4342058"/>
              <a:gd name="connsiteY3" fmla="*/ 4980961 h 6870078"/>
              <a:gd name="connsiteX4" fmla="*/ 2426318 w 4342058"/>
              <a:gd name="connsiteY4" fmla="*/ 6870078 h 6870078"/>
              <a:gd name="connsiteX5" fmla="*/ 6626 w 4342058"/>
              <a:gd name="connsiteY5" fmla="*/ 6864993 h 6870078"/>
              <a:gd name="connsiteX6" fmla="*/ 0 w 4342058"/>
              <a:gd name="connsiteY6" fmla="*/ 1549150 h 6870078"/>
              <a:gd name="connsiteX0" fmla="*/ 0 w 4342058"/>
              <a:gd name="connsiteY0" fmla="*/ 1549150 h 6870078"/>
              <a:gd name="connsiteX1" fmla="*/ 1586644 w 4342058"/>
              <a:gd name="connsiteY1" fmla="*/ 5942 h 6870078"/>
              <a:gd name="connsiteX2" fmla="*/ 4342058 w 4342058"/>
              <a:gd name="connsiteY2" fmla="*/ 0 h 6870078"/>
              <a:gd name="connsiteX3" fmla="*/ 4342058 w 4342058"/>
              <a:gd name="connsiteY3" fmla="*/ 4980961 h 6870078"/>
              <a:gd name="connsiteX4" fmla="*/ 2426318 w 4342058"/>
              <a:gd name="connsiteY4" fmla="*/ 6870078 h 6870078"/>
              <a:gd name="connsiteX5" fmla="*/ 6626 w 4342058"/>
              <a:gd name="connsiteY5" fmla="*/ 6864993 h 6870078"/>
              <a:gd name="connsiteX6" fmla="*/ 0 w 4342058"/>
              <a:gd name="connsiteY6" fmla="*/ 1549150 h 6870078"/>
              <a:gd name="connsiteX0" fmla="*/ 0 w 4342058"/>
              <a:gd name="connsiteY0" fmla="*/ 1549150 h 6866602"/>
              <a:gd name="connsiteX1" fmla="*/ 1586644 w 4342058"/>
              <a:gd name="connsiteY1" fmla="*/ 5942 h 6866602"/>
              <a:gd name="connsiteX2" fmla="*/ 4342058 w 4342058"/>
              <a:gd name="connsiteY2" fmla="*/ 0 h 6866602"/>
              <a:gd name="connsiteX3" fmla="*/ 4342058 w 4342058"/>
              <a:gd name="connsiteY3" fmla="*/ 4980961 h 6866602"/>
              <a:gd name="connsiteX4" fmla="*/ 1661275 w 4342058"/>
              <a:gd name="connsiteY4" fmla="*/ 6866602 h 6866602"/>
              <a:gd name="connsiteX5" fmla="*/ 6626 w 4342058"/>
              <a:gd name="connsiteY5" fmla="*/ 6864993 h 6866602"/>
              <a:gd name="connsiteX6" fmla="*/ 0 w 4342058"/>
              <a:gd name="connsiteY6" fmla="*/ 1549150 h 6866602"/>
              <a:gd name="connsiteX0" fmla="*/ 0 w 4356291"/>
              <a:gd name="connsiteY0" fmla="*/ 1549150 h 6866602"/>
              <a:gd name="connsiteX1" fmla="*/ 1586644 w 4356291"/>
              <a:gd name="connsiteY1" fmla="*/ 5942 h 6866602"/>
              <a:gd name="connsiteX2" fmla="*/ 4342058 w 4356291"/>
              <a:gd name="connsiteY2" fmla="*/ 0 h 6866602"/>
              <a:gd name="connsiteX3" fmla="*/ 4356291 w 4356291"/>
              <a:gd name="connsiteY3" fmla="*/ 4584605 h 6866602"/>
              <a:gd name="connsiteX4" fmla="*/ 1661275 w 4356291"/>
              <a:gd name="connsiteY4" fmla="*/ 6866602 h 6866602"/>
              <a:gd name="connsiteX5" fmla="*/ 6626 w 4356291"/>
              <a:gd name="connsiteY5" fmla="*/ 6864993 h 6866602"/>
              <a:gd name="connsiteX6" fmla="*/ 0 w 4356291"/>
              <a:gd name="connsiteY6" fmla="*/ 1549150 h 6866602"/>
              <a:gd name="connsiteX0" fmla="*/ 0 w 4352732"/>
              <a:gd name="connsiteY0" fmla="*/ 1549150 h 6866602"/>
              <a:gd name="connsiteX1" fmla="*/ 1586644 w 4352732"/>
              <a:gd name="connsiteY1" fmla="*/ 5942 h 6866602"/>
              <a:gd name="connsiteX2" fmla="*/ 4342058 w 4352732"/>
              <a:gd name="connsiteY2" fmla="*/ 0 h 6866602"/>
              <a:gd name="connsiteX3" fmla="*/ 4352732 w 4352732"/>
              <a:gd name="connsiteY3" fmla="*/ 4233448 h 6866602"/>
              <a:gd name="connsiteX4" fmla="*/ 1661275 w 4352732"/>
              <a:gd name="connsiteY4" fmla="*/ 6866602 h 6866602"/>
              <a:gd name="connsiteX5" fmla="*/ 6626 w 4352732"/>
              <a:gd name="connsiteY5" fmla="*/ 6864993 h 6866602"/>
              <a:gd name="connsiteX6" fmla="*/ 0 w 4352732"/>
              <a:gd name="connsiteY6" fmla="*/ 1549150 h 6866602"/>
              <a:gd name="connsiteX0" fmla="*/ 0 w 4352732"/>
              <a:gd name="connsiteY0" fmla="*/ 1549150 h 6865154"/>
              <a:gd name="connsiteX1" fmla="*/ 1586644 w 4352732"/>
              <a:gd name="connsiteY1" fmla="*/ 5942 h 6865154"/>
              <a:gd name="connsiteX2" fmla="*/ 4342058 w 4352732"/>
              <a:gd name="connsiteY2" fmla="*/ 0 h 6865154"/>
              <a:gd name="connsiteX3" fmla="*/ 4352732 w 4352732"/>
              <a:gd name="connsiteY3" fmla="*/ 4233448 h 6865154"/>
              <a:gd name="connsiteX4" fmla="*/ 1433541 w 4352732"/>
              <a:gd name="connsiteY4" fmla="*/ 6856172 h 6865154"/>
              <a:gd name="connsiteX5" fmla="*/ 6626 w 4352732"/>
              <a:gd name="connsiteY5" fmla="*/ 6864993 h 6865154"/>
              <a:gd name="connsiteX6" fmla="*/ 0 w 4352732"/>
              <a:gd name="connsiteY6" fmla="*/ 1549150 h 6865154"/>
              <a:gd name="connsiteX0" fmla="*/ 0 w 4352732"/>
              <a:gd name="connsiteY0" fmla="*/ 1549150 h 6865212"/>
              <a:gd name="connsiteX1" fmla="*/ 1586644 w 4352732"/>
              <a:gd name="connsiteY1" fmla="*/ 5942 h 6865212"/>
              <a:gd name="connsiteX2" fmla="*/ 4342058 w 4352732"/>
              <a:gd name="connsiteY2" fmla="*/ 0 h 6865212"/>
              <a:gd name="connsiteX3" fmla="*/ 4352732 w 4352732"/>
              <a:gd name="connsiteY3" fmla="*/ 4233448 h 6865212"/>
              <a:gd name="connsiteX4" fmla="*/ 1664833 w 4352732"/>
              <a:gd name="connsiteY4" fmla="*/ 6859648 h 6865212"/>
              <a:gd name="connsiteX5" fmla="*/ 6626 w 4352732"/>
              <a:gd name="connsiteY5" fmla="*/ 6864993 h 6865212"/>
              <a:gd name="connsiteX6" fmla="*/ 0 w 4352732"/>
              <a:gd name="connsiteY6" fmla="*/ 1549150 h 6865212"/>
              <a:gd name="connsiteX0" fmla="*/ 0 w 4352732"/>
              <a:gd name="connsiteY0" fmla="*/ 1549150 h 6865037"/>
              <a:gd name="connsiteX1" fmla="*/ 1586644 w 4352732"/>
              <a:gd name="connsiteY1" fmla="*/ 5942 h 6865037"/>
              <a:gd name="connsiteX2" fmla="*/ 4342058 w 4352732"/>
              <a:gd name="connsiteY2" fmla="*/ 0 h 6865037"/>
              <a:gd name="connsiteX3" fmla="*/ 4352732 w 4352732"/>
              <a:gd name="connsiteY3" fmla="*/ 4233448 h 6865037"/>
              <a:gd name="connsiteX4" fmla="*/ 1529616 w 4352732"/>
              <a:gd name="connsiteY4" fmla="*/ 6821403 h 6865037"/>
              <a:gd name="connsiteX5" fmla="*/ 6626 w 4352732"/>
              <a:gd name="connsiteY5" fmla="*/ 6864993 h 6865037"/>
              <a:gd name="connsiteX6" fmla="*/ 0 w 4352732"/>
              <a:gd name="connsiteY6" fmla="*/ 1549150 h 6865037"/>
              <a:gd name="connsiteX0" fmla="*/ 0 w 4352732"/>
              <a:gd name="connsiteY0" fmla="*/ 1549150 h 6865212"/>
              <a:gd name="connsiteX1" fmla="*/ 1586644 w 4352732"/>
              <a:gd name="connsiteY1" fmla="*/ 5942 h 6865212"/>
              <a:gd name="connsiteX2" fmla="*/ 4342058 w 4352732"/>
              <a:gd name="connsiteY2" fmla="*/ 0 h 6865212"/>
              <a:gd name="connsiteX3" fmla="*/ 4352732 w 4352732"/>
              <a:gd name="connsiteY3" fmla="*/ 4233448 h 6865212"/>
              <a:gd name="connsiteX4" fmla="*/ 1664833 w 4352732"/>
              <a:gd name="connsiteY4" fmla="*/ 6859648 h 6865212"/>
              <a:gd name="connsiteX5" fmla="*/ 6626 w 4352732"/>
              <a:gd name="connsiteY5" fmla="*/ 6864993 h 6865212"/>
              <a:gd name="connsiteX6" fmla="*/ 0 w 4352732"/>
              <a:gd name="connsiteY6" fmla="*/ 1549150 h 686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2732" h="6865212">
                <a:moveTo>
                  <a:pt x="0" y="1549150"/>
                </a:moveTo>
                <a:lnTo>
                  <a:pt x="1586644" y="5942"/>
                </a:lnTo>
                <a:lnTo>
                  <a:pt x="4342058" y="0"/>
                </a:lnTo>
                <a:cubicBezTo>
                  <a:pt x="4346802" y="1528202"/>
                  <a:pt x="4347988" y="2705246"/>
                  <a:pt x="4352732" y="4233448"/>
                </a:cubicBezTo>
                <a:lnTo>
                  <a:pt x="1664833" y="6859648"/>
                </a:lnTo>
                <a:cubicBezTo>
                  <a:pt x="1640725" y="6857953"/>
                  <a:pt x="813190" y="6866688"/>
                  <a:pt x="6626" y="6864993"/>
                </a:cubicBezTo>
                <a:cubicBezTo>
                  <a:pt x="5603" y="5076820"/>
                  <a:pt x="1023" y="3337323"/>
                  <a:pt x="0" y="1549150"/>
                </a:cubicBezTo>
                <a:close/>
              </a:path>
            </a:pathLst>
          </a:custGeom>
          <a:blipFill>
            <a:blip r:embed="rId4" cstate="screen">
              <a:extLst>
                <a:ext uri="{28A0092B-C50C-407E-A947-70E740481C1C}">
                  <a14:useLocalDpi xmlns:a14="http://schemas.microsoft.com/office/drawing/2010/main"/>
                </a:ext>
              </a:extLst>
            </a:blip>
            <a:stretch>
              <a:fillRect l="-4447" t="-832" r="-825" b="-2080"/>
            </a:stretch>
          </a:blipFill>
        </p:spPr>
        <p:txBody>
          <a:bodyPr wrap="none" lIns="0" tIns="0" rIns="0" bIns="0">
            <a:normAutofit/>
          </a:bodyPr>
          <a:lstStyle>
            <a:lvl1pPr marL="822960" indent="0" algn="ctr">
              <a:buNone/>
              <a:defRPr sz="1200">
                <a:solidFill>
                  <a:schemeClr val="accent6"/>
                </a:solidFill>
              </a:defRPr>
            </a:lvl1pPr>
          </a:lstStyle>
          <a:p>
            <a:r>
              <a:rPr lang="en-US" sz="1400"/>
              <a:t>Click icon to add picture</a:t>
            </a:r>
            <a:endParaRPr lang="en-US" dirty="0"/>
          </a:p>
        </p:txBody>
      </p:sp>
      <p:sp>
        <p:nvSpPr>
          <p:cNvPr id="20" name="Rectangle 19">
            <a:extLst>
              <a:ext uri="{FF2B5EF4-FFF2-40B4-BE49-F238E27FC236}">
                <a16:creationId xmlns:a16="http://schemas.microsoft.com/office/drawing/2014/main" id="{8E09959D-5439-4318-83D8-6833D99F8C4C}"/>
              </a:ext>
            </a:extLst>
          </p:cNvPr>
          <p:cNvSpPr/>
          <p:nvPr userDrawn="1"/>
        </p:nvSpPr>
        <p:spPr>
          <a:xfrm>
            <a:off x="7952908" y="-5751"/>
            <a:ext cx="1667342" cy="1691675"/>
          </a:xfrm>
          <a:custGeom>
            <a:avLst/>
            <a:gdLst>
              <a:gd name="connsiteX0" fmla="*/ 0 w 1547827"/>
              <a:gd name="connsiteY0" fmla="*/ 0 h 1555126"/>
              <a:gd name="connsiteX1" fmla="*/ 1547827 w 1547827"/>
              <a:gd name="connsiteY1" fmla="*/ 0 h 1555126"/>
              <a:gd name="connsiteX2" fmla="*/ 1547827 w 1547827"/>
              <a:gd name="connsiteY2" fmla="*/ 1555126 h 1555126"/>
              <a:gd name="connsiteX3" fmla="*/ 0 w 1547827"/>
              <a:gd name="connsiteY3" fmla="*/ 1555126 h 1555126"/>
              <a:gd name="connsiteX4" fmla="*/ 0 w 1547827"/>
              <a:gd name="connsiteY4" fmla="*/ 0 h 1555126"/>
              <a:gd name="connsiteX0" fmla="*/ 0 w 1547827"/>
              <a:gd name="connsiteY0" fmla="*/ 0 h 1555126"/>
              <a:gd name="connsiteX1" fmla="*/ 1547827 w 1547827"/>
              <a:gd name="connsiteY1" fmla="*/ 0 h 1555126"/>
              <a:gd name="connsiteX2" fmla="*/ 0 w 1547827"/>
              <a:gd name="connsiteY2" fmla="*/ 1555126 h 1555126"/>
              <a:gd name="connsiteX3" fmla="*/ 0 w 1547827"/>
              <a:gd name="connsiteY3" fmla="*/ 0 h 1555126"/>
            </a:gdLst>
            <a:ahLst/>
            <a:cxnLst>
              <a:cxn ang="0">
                <a:pos x="connsiteX0" y="connsiteY0"/>
              </a:cxn>
              <a:cxn ang="0">
                <a:pos x="connsiteX1" y="connsiteY1"/>
              </a:cxn>
              <a:cxn ang="0">
                <a:pos x="connsiteX2" y="connsiteY2"/>
              </a:cxn>
              <a:cxn ang="0">
                <a:pos x="connsiteX3" y="connsiteY3"/>
              </a:cxn>
            </a:cxnLst>
            <a:rect l="l" t="t" r="r" b="b"/>
            <a:pathLst>
              <a:path w="1547827" h="1555126">
                <a:moveTo>
                  <a:pt x="0" y="0"/>
                </a:moveTo>
                <a:lnTo>
                  <a:pt x="1547827" y="0"/>
                </a:lnTo>
                <a:lnTo>
                  <a:pt x="0" y="155512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Rectangle 16">
            <a:extLst>
              <a:ext uri="{FF2B5EF4-FFF2-40B4-BE49-F238E27FC236}">
                <a16:creationId xmlns:a16="http://schemas.microsoft.com/office/drawing/2014/main" id="{24C6E01D-0E59-40BF-A76A-B868A4BEB79D}"/>
              </a:ext>
            </a:extLst>
          </p:cNvPr>
          <p:cNvSpPr/>
          <p:nvPr userDrawn="1"/>
        </p:nvSpPr>
        <p:spPr>
          <a:xfrm>
            <a:off x="9561381" y="421957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01578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2a_Section opener 4 pres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9788" y="569659"/>
            <a:ext cx="10515600" cy="1120838"/>
          </a:xfrm>
        </p:spPr>
        <p:txBody>
          <a:bodyPr lIns="0" tIns="0" rIns="0" bIns="0" anchor="t"/>
          <a:lstStyle>
            <a:lvl1pPr>
              <a:defRPr/>
            </a:lvl1pPr>
          </a:lstStyle>
          <a:p>
            <a:r>
              <a:rPr lang="en-US" dirty="0"/>
              <a:t>Click to edit presenter title</a:t>
            </a:r>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6612" y="3538728"/>
            <a:ext cx="2286000" cy="2514600"/>
          </a:xfrm>
        </p:spPr>
        <p:txBody>
          <a:bodyPr lIns="0" tIns="0" rIns="0" bIns="0" anchor="t">
            <a:normAutofit/>
          </a:bodyPr>
          <a:lstStyle>
            <a:lvl1pPr marL="0" indent="0">
              <a:buNone/>
              <a:defRPr sz="1200" b="1">
                <a:solidFill>
                  <a:schemeClr val="accent1"/>
                </a:solidFill>
                <a:latin typeface="+mj-lt"/>
              </a:defRPr>
            </a:lvl1pPr>
            <a:lvl2pPr marL="0" indent="0">
              <a:buNone/>
              <a:defRPr sz="1200" b="0">
                <a:latin typeface="+mj-lt"/>
              </a:defRPr>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Bio</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580871" y="3538728"/>
            <a:ext cx="2286000" cy="2514600"/>
          </a:xfrm>
        </p:spPr>
        <p:txBody>
          <a:bodyPr lIns="0" tIns="0" rIns="0" bIns="0"/>
          <a:lstStyle>
            <a:lvl1pPr marL="0" indent="0">
              <a:buNone/>
              <a:defRPr lang="en-US" sz="1200" b="1" kern="1200" dirty="0">
                <a:solidFill>
                  <a:schemeClr val="accent1"/>
                </a:solidFill>
                <a:latin typeface="+mj-lt"/>
                <a:ea typeface="+mn-ea"/>
                <a:cs typeface="+mn-cs"/>
              </a:defRPr>
            </a:lvl1pPr>
            <a:lvl2pPr marL="0" indent="0">
              <a:buNone/>
              <a:defRPr lang="en-US" sz="1200" b="0" kern="1200" dirty="0">
                <a:solidFill>
                  <a:schemeClr val="accent1"/>
                </a:solidFill>
                <a:latin typeface="+mj-lt"/>
                <a:ea typeface="+mn-ea"/>
                <a:cs typeface="+mn-cs"/>
              </a:defRPr>
            </a:lvl2pPr>
            <a:lvl3pPr marL="457200" indent="0">
              <a:buNone/>
              <a:defRPr lang="en-US" sz="1200" b="0" kern="1200" dirty="0">
                <a:solidFill>
                  <a:schemeClr val="tx1"/>
                </a:solidFill>
                <a:latin typeface="+mj-lt"/>
                <a:ea typeface="+mn-ea"/>
                <a:cs typeface="+mn-cs"/>
              </a:defRPr>
            </a:lvl3pPr>
            <a:lvl4pPr marL="685800" indent="0">
              <a:buNone/>
              <a:defRPr lang="en-US" sz="1200" b="0" kern="1200" dirty="0">
                <a:solidFill>
                  <a:schemeClr val="tx1"/>
                </a:solidFill>
                <a:latin typeface="+mj-lt"/>
                <a:ea typeface="+mn-ea"/>
                <a:cs typeface="+mn-cs"/>
              </a:defRPr>
            </a:lvl4pPr>
            <a:lvl5pPr marL="914400" indent="0">
              <a:buNone/>
              <a:defRPr lang="en-US" sz="1200" b="0" kern="1200" dirty="0">
                <a:solidFill>
                  <a:schemeClr val="tx1"/>
                </a:solidFill>
                <a:latin typeface="+mj-lt"/>
                <a:ea typeface="+mn-ea"/>
                <a:cs typeface="+mn-cs"/>
              </a:defRPr>
            </a:lvl5pPr>
          </a:lstStyle>
          <a:p>
            <a:pPr lvl="0"/>
            <a:r>
              <a:rPr lang="en-US" dirty="0"/>
              <a:t>Name</a:t>
            </a:r>
          </a:p>
          <a:p>
            <a:pPr lvl="1"/>
            <a:r>
              <a:rPr lang="en-US" dirty="0"/>
              <a:t>Bio</a:t>
            </a:r>
          </a:p>
        </p:txBody>
      </p:sp>
      <p:sp>
        <p:nvSpPr>
          <p:cNvPr id="5" name="Text Placeholder 4">
            <a:extLst>
              <a:ext uri="{FF2B5EF4-FFF2-40B4-BE49-F238E27FC236}">
                <a16:creationId xmlns:a16="http://schemas.microsoft.com/office/drawing/2014/main" id="{2A953E42-6C15-4A8D-AFA8-51B1D8EA9A81}"/>
              </a:ext>
            </a:extLst>
          </p:cNvPr>
          <p:cNvSpPr>
            <a:spLocks noGrp="1"/>
          </p:cNvSpPr>
          <p:nvPr>
            <p:ph type="body" sz="quarter" idx="3" hasCustomPrompt="1"/>
          </p:nvPr>
        </p:nvSpPr>
        <p:spPr>
          <a:xfrm>
            <a:off x="6325130" y="3538728"/>
            <a:ext cx="2286000" cy="2514600"/>
          </a:xfrm>
        </p:spPr>
        <p:txBody>
          <a:bodyPr lIns="0" tIns="0" rIns="0" bIns="0" anchor="t">
            <a:normAutofit/>
          </a:bodyPr>
          <a:lstStyle>
            <a:lvl1pPr marL="0" indent="0">
              <a:buNone/>
              <a:defRPr sz="1200" b="1">
                <a:solidFill>
                  <a:schemeClr val="accent1"/>
                </a:solidFill>
              </a:defRPr>
            </a:lvl1pPr>
            <a:lvl2pPr marL="0" indent="0">
              <a:buNone/>
              <a:defRPr lang="en-US" sz="1200" b="0" kern="1200" dirty="0">
                <a:solidFill>
                  <a:schemeClr val="accent1"/>
                </a:solidFill>
                <a:latin typeface="+mj-lt"/>
                <a:ea typeface="+mn-ea"/>
                <a:cs typeface="+mn-cs"/>
              </a:defRPr>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Bio</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9069388" y="3538728"/>
            <a:ext cx="2286000" cy="2514600"/>
          </a:xfrm>
        </p:spPr>
        <p:txBody>
          <a:bodyPr lIns="0" tIns="0" rIns="0" bIns="0"/>
          <a:lstStyle>
            <a:lvl1pPr marL="0" indent="0">
              <a:buNone/>
              <a:defRPr lang="en-US" sz="1200" b="1" kern="1200" dirty="0">
                <a:solidFill>
                  <a:schemeClr val="accent1"/>
                </a:solidFill>
                <a:latin typeface="+mj-lt"/>
                <a:ea typeface="+mn-ea"/>
                <a:cs typeface="+mn-cs"/>
              </a:defRPr>
            </a:lvl1pPr>
            <a:lvl2pPr marL="0" indent="0">
              <a:buNone/>
              <a:defRPr lang="en-US" sz="1200" b="0" kern="1200" dirty="0">
                <a:solidFill>
                  <a:schemeClr val="accent1"/>
                </a:solidFill>
                <a:latin typeface="+mj-lt"/>
                <a:ea typeface="+mn-ea"/>
                <a:cs typeface="+mn-cs"/>
              </a:defRPr>
            </a:lvl2pPr>
          </a:lstStyle>
          <a:p>
            <a:pPr lvl="0"/>
            <a:r>
              <a:rPr lang="en-US" dirty="0"/>
              <a:t>Name</a:t>
            </a:r>
          </a:p>
          <a:p>
            <a:pPr lvl="1"/>
            <a:r>
              <a:rPr lang="en-US" dirty="0"/>
              <a:t>Bio</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08458" y="6085840"/>
            <a:ext cx="521208" cy="508533"/>
          </a:xfrm>
        </p:spPr>
        <p:txBody>
          <a:bodyPr lIns="0" tIns="0" rIns="0" bIns="0" anchor="b"/>
          <a:lstStyle/>
          <a:p>
            <a:fld id="{CD6D25CF-0D6E-4844-B79B-06FF722D38A1}" type="slidenum">
              <a:rPr lang="en-US" smtClean="0"/>
              <a:t>‹#›</a:t>
            </a:fld>
            <a:endParaRPr lang="en-US"/>
          </a:p>
        </p:txBody>
      </p:sp>
      <p:sp>
        <p:nvSpPr>
          <p:cNvPr id="14" name="Picture Placeholder 13">
            <a:extLst>
              <a:ext uri="{FF2B5EF4-FFF2-40B4-BE49-F238E27FC236}">
                <a16:creationId xmlns:a16="http://schemas.microsoft.com/office/drawing/2014/main" id="{9820630F-FB86-40C6-B3CF-F0DA628D5396}"/>
              </a:ext>
            </a:extLst>
          </p:cNvPr>
          <p:cNvSpPr>
            <a:spLocks noGrp="1"/>
          </p:cNvSpPr>
          <p:nvPr>
            <p:ph type="pic" sz="quarter" idx="13" hasCustomPrompt="1"/>
          </p:nvPr>
        </p:nvSpPr>
        <p:spPr>
          <a:xfrm>
            <a:off x="839788" y="1802707"/>
            <a:ext cx="1600200" cy="1600200"/>
          </a:xfrm>
        </p:spPr>
        <p:txBody>
          <a:bodyPr>
            <a:normAutofit/>
          </a:bodyPr>
          <a:lstStyle>
            <a:lvl1pPr marL="0" indent="0">
              <a:buNone/>
              <a:defRPr sz="1200" b="0"/>
            </a:lvl1pPr>
          </a:lstStyle>
          <a:p>
            <a:r>
              <a:rPr lang="en-US" dirty="0"/>
              <a:t>Click icon to insert photo</a:t>
            </a:r>
          </a:p>
        </p:txBody>
      </p:sp>
      <p:sp>
        <p:nvSpPr>
          <p:cNvPr id="16" name="Picture Placeholder 15">
            <a:extLst>
              <a:ext uri="{FF2B5EF4-FFF2-40B4-BE49-F238E27FC236}">
                <a16:creationId xmlns:a16="http://schemas.microsoft.com/office/drawing/2014/main" id="{A7F941DA-9E81-4312-AE0C-4EE533BED285}"/>
              </a:ext>
            </a:extLst>
          </p:cNvPr>
          <p:cNvSpPr>
            <a:spLocks noGrp="1"/>
          </p:cNvSpPr>
          <p:nvPr>
            <p:ph type="pic" sz="quarter" idx="14" hasCustomPrompt="1"/>
          </p:nvPr>
        </p:nvSpPr>
        <p:spPr>
          <a:xfrm>
            <a:off x="3588491" y="1814513"/>
            <a:ext cx="1600200" cy="1600200"/>
          </a:xfrm>
        </p:spPr>
        <p:txBody>
          <a:bodyPr>
            <a:normAutofit/>
          </a:bodyPr>
          <a:lstStyle>
            <a:lvl1pPr marL="0" indent="0">
              <a:buNone/>
              <a:defRPr lang="en-US" sz="1200" b="0" kern="1200" dirty="0">
                <a:solidFill>
                  <a:schemeClr val="tx2"/>
                </a:solidFill>
                <a:latin typeface="+mj-lt"/>
                <a:ea typeface="+mn-ea"/>
                <a:cs typeface="+mn-cs"/>
              </a:defRPr>
            </a:lvl1pPr>
          </a:lstStyle>
          <a:p>
            <a:r>
              <a:rPr lang="en-US" dirty="0"/>
              <a:t>Click icon to insert photo</a:t>
            </a:r>
          </a:p>
        </p:txBody>
      </p:sp>
      <p:sp>
        <p:nvSpPr>
          <p:cNvPr id="18" name="Picture Placeholder 17">
            <a:extLst>
              <a:ext uri="{FF2B5EF4-FFF2-40B4-BE49-F238E27FC236}">
                <a16:creationId xmlns:a16="http://schemas.microsoft.com/office/drawing/2014/main" id="{D2EEBFDC-EBA7-4D1D-9F22-5D043C365411}"/>
              </a:ext>
            </a:extLst>
          </p:cNvPr>
          <p:cNvSpPr>
            <a:spLocks noGrp="1"/>
          </p:cNvSpPr>
          <p:nvPr>
            <p:ph type="pic" sz="quarter" idx="15" hasCustomPrompt="1"/>
          </p:nvPr>
        </p:nvSpPr>
        <p:spPr>
          <a:xfrm>
            <a:off x="6337194" y="1803400"/>
            <a:ext cx="1600200" cy="1600200"/>
          </a:xfrm>
        </p:spPr>
        <p:txBody>
          <a:bodyPr>
            <a:normAutofit/>
          </a:bodyPr>
          <a:lstStyle>
            <a:lvl1pPr marL="0" indent="0">
              <a:buNone/>
              <a:defRPr lang="en-US" sz="1200" b="0" kern="1200" dirty="0">
                <a:solidFill>
                  <a:schemeClr val="tx2"/>
                </a:solidFill>
                <a:latin typeface="+mj-lt"/>
                <a:ea typeface="+mn-ea"/>
                <a:cs typeface="+mn-cs"/>
              </a:defRPr>
            </a:lvl1pPr>
          </a:lstStyle>
          <a:p>
            <a:r>
              <a:rPr lang="en-US" dirty="0"/>
              <a:t>Click icon to insert photo</a:t>
            </a:r>
          </a:p>
        </p:txBody>
      </p:sp>
      <p:sp>
        <p:nvSpPr>
          <p:cNvPr id="20" name="Picture Placeholder 19">
            <a:extLst>
              <a:ext uri="{FF2B5EF4-FFF2-40B4-BE49-F238E27FC236}">
                <a16:creationId xmlns:a16="http://schemas.microsoft.com/office/drawing/2014/main" id="{C8BFBEE1-4F7A-41B6-9BB5-7994CB5C723B}"/>
              </a:ext>
            </a:extLst>
          </p:cNvPr>
          <p:cNvSpPr>
            <a:spLocks noGrp="1"/>
          </p:cNvSpPr>
          <p:nvPr>
            <p:ph type="pic" sz="quarter" idx="16" hasCustomPrompt="1"/>
          </p:nvPr>
        </p:nvSpPr>
        <p:spPr>
          <a:xfrm>
            <a:off x="9069388" y="1814512"/>
            <a:ext cx="1600200" cy="1600200"/>
          </a:xfrm>
        </p:spPr>
        <p:txBody>
          <a:bodyPr>
            <a:normAutofit/>
          </a:bodyPr>
          <a:lstStyle>
            <a:lvl1pPr marL="0" indent="0" algn="l" defTabSz="914400" rtl="0" eaLnBrk="1" latinLnBrk="0" hangingPunct="1">
              <a:lnSpc>
                <a:spcPct val="100000"/>
              </a:lnSpc>
              <a:spcBef>
                <a:spcPts val="1000"/>
              </a:spcBef>
              <a:buClr>
                <a:schemeClr val="accent3"/>
              </a:buClr>
              <a:buFont typeface="Arial Black" panose="020B0A04020102090204" pitchFamily="34" charset="0"/>
              <a:buNone/>
              <a:defRPr lang="en-US" sz="1200" b="0" kern="1200" dirty="0">
                <a:solidFill>
                  <a:schemeClr val="tx2"/>
                </a:solidFill>
                <a:latin typeface="+mj-lt"/>
                <a:ea typeface="+mn-ea"/>
                <a:cs typeface="+mn-cs"/>
              </a:defRPr>
            </a:lvl1pPr>
          </a:lstStyle>
          <a:p>
            <a:r>
              <a:rPr lang="en-US" dirty="0"/>
              <a:t>Click icon to insert photo</a:t>
            </a:r>
          </a:p>
        </p:txBody>
      </p:sp>
      <p:sp>
        <p:nvSpPr>
          <p:cNvPr id="15" name="Rectangle 6">
            <a:extLst>
              <a:ext uri="{FF2B5EF4-FFF2-40B4-BE49-F238E27FC236}">
                <a16:creationId xmlns:a16="http://schemas.microsoft.com/office/drawing/2014/main" id="{573B61A2-DEFE-4A34-8F50-0569B8093A7F}"/>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4B0A8F2-8BC7-4A48-970C-16A7A94A82D8}"/>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21" name="Picture 13">
            <a:extLst>
              <a:ext uri="{FF2B5EF4-FFF2-40B4-BE49-F238E27FC236}">
                <a16:creationId xmlns:a16="http://schemas.microsoft.com/office/drawing/2014/main" id="{252CFE9A-0E73-47FE-87B6-1D6779258A2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228771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b_Section opener 2 Pres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5152" y="585216"/>
            <a:ext cx="10474899" cy="1120838"/>
          </a:xfrm>
        </p:spPr>
        <p:txBody>
          <a:bodyPr lIns="0" tIns="0" rIns="0" bIns="0" anchor="t"/>
          <a:lstStyle>
            <a:lvl1pPr>
              <a:defRPr/>
            </a:lvl1pPr>
          </a:lstStyle>
          <a:p>
            <a:r>
              <a:rPr lang="en-US" dirty="0"/>
              <a:t>Click to edit presenter title</a:t>
            </a:r>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9788" y="3510149"/>
            <a:ext cx="5001837" cy="2514600"/>
          </a:xfrm>
        </p:spPr>
        <p:txBody>
          <a:bodyPr lIns="0" tIns="0" rIns="0" bIns="0" anchor="t">
            <a:normAutofit/>
          </a:bodyPr>
          <a:lstStyle>
            <a:lvl1pPr marL="0" indent="0">
              <a:buNone/>
              <a:defRPr sz="1200" b="1">
                <a:solidFill>
                  <a:schemeClr val="accent1"/>
                </a:solidFill>
              </a:defRPr>
            </a:lvl1pPr>
            <a:lvl2pPr marL="0" indent="0">
              <a:buNone/>
              <a:defRPr sz="1200" b="0">
                <a:solidFill>
                  <a:schemeClr val="accent1"/>
                </a:solidFill>
                <a:latin typeface="+mj-lt"/>
              </a:defRPr>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a:p>
            <a:pPr lvl="1"/>
            <a:r>
              <a:rPr lang="en-US" dirty="0"/>
              <a:t>Bio</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6350374" y="3510149"/>
            <a:ext cx="4964313" cy="2514600"/>
          </a:xfrm>
        </p:spPr>
        <p:txBody>
          <a:bodyPr lIns="0" tIns="0" rIns="0" bIns="0"/>
          <a:lstStyle>
            <a:lvl1pPr marL="0" indent="0">
              <a:buNone/>
              <a:defRPr sz="1200">
                <a:solidFill>
                  <a:schemeClr val="accent1"/>
                </a:solidFill>
              </a:defRPr>
            </a:lvl1pPr>
            <a:lvl2pPr marL="0" indent="0">
              <a:buNone/>
              <a:defRPr sz="1200">
                <a:solidFill>
                  <a:schemeClr val="accent1"/>
                </a:solidFill>
                <a:latin typeface="+mj-lt"/>
              </a:defRPr>
            </a:lvl2pPr>
            <a:lvl3pPr marL="0" indent="0">
              <a:buNone/>
              <a:defRPr sz="1200">
                <a:solidFill>
                  <a:schemeClr val="accent1"/>
                </a:solidFill>
                <a:latin typeface="+mj-lt"/>
              </a:defRPr>
            </a:lvl3pPr>
            <a:lvl4pPr marL="0" indent="0">
              <a:buNone/>
              <a:defRPr sz="1200">
                <a:solidFill>
                  <a:schemeClr val="accent1"/>
                </a:solidFill>
                <a:latin typeface="+mj-lt"/>
              </a:defRPr>
            </a:lvl4pPr>
            <a:lvl5pPr marL="0" indent="0">
              <a:buNone/>
              <a:defRPr sz="1200">
                <a:solidFill>
                  <a:schemeClr val="accent1"/>
                </a:solidFill>
                <a:latin typeface="+mj-lt"/>
              </a:defRPr>
            </a:lvl5pPr>
          </a:lstStyle>
          <a:p>
            <a:pPr lvl="0"/>
            <a:r>
              <a:rPr lang="en-US" dirty="0"/>
              <a:t>Presenter name</a:t>
            </a:r>
          </a:p>
          <a:p>
            <a:pPr lvl="1"/>
            <a:r>
              <a:rPr lang="en-US" dirty="0"/>
              <a:t>Bio</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7" y="6085840"/>
            <a:ext cx="508749" cy="508533"/>
          </a:xfrm>
        </p:spPr>
        <p:txBody>
          <a:bodyPr lIns="0" tIns="0" rIns="0" bIns="0" anchor="b"/>
          <a:lstStyle>
            <a:lvl1pPr>
              <a:defRPr>
                <a:solidFill>
                  <a:schemeClr val="accent3"/>
                </a:solidFill>
              </a:defRPr>
            </a:lvl1pPr>
          </a:lstStyle>
          <a:p>
            <a:fld id="{CD6D25CF-0D6E-4844-B79B-06FF722D38A1}" type="slidenum">
              <a:rPr lang="en-US" smtClean="0"/>
              <a:pPr/>
              <a:t>‹#›</a:t>
            </a:fld>
            <a:endParaRPr lang="en-US" dirty="0"/>
          </a:p>
        </p:txBody>
      </p:sp>
      <p:sp>
        <p:nvSpPr>
          <p:cNvPr id="17" name="Picture Placeholder 16">
            <a:extLst>
              <a:ext uri="{FF2B5EF4-FFF2-40B4-BE49-F238E27FC236}">
                <a16:creationId xmlns:a16="http://schemas.microsoft.com/office/drawing/2014/main" id="{B1740A21-BDAD-4236-A5B0-B3C5EE649860}"/>
              </a:ext>
            </a:extLst>
          </p:cNvPr>
          <p:cNvSpPr>
            <a:spLocks noGrp="1"/>
          </p:cNvSpPr>
          <p:nvPr>
            <p:ph type="pic" sz="quarter" idx="13" hasCustomPrompt="1"/>
          </p:nvPr>
        </p:nvSpPr>
        <p:spPr>
          <a:xfrm>
            <a:off x="839788" y="1802707"/>
            <a:ext cx="1600200" cy="1600200"/>
          </a:xfrm>
        </p:spPr>
        <p:txBody>
          <a:bodyPr>
            <a:normAutofit/>
          </a:bodyPr>
          <a:lstStyle>
            <a:lvl1pPr marL="0" indent="0">
              <a:buNone/>
              <a:defRPr sz="1200" b="0">
                <a:solidFill>
                  <a:schemeClr val="tx2"/>
                </a:solidFill>
              </a:defRPr>
            </a:lvl1pPr>
          </a:lstStyle>
          <a:p>
            <a:r>
              <a:rPr lang="en-US" dirty="0"/>
              <a:t>Click icon to insert photo</a:t>
            </a:r>
          </a:p>
        </p:txBody>
      </p:sp>
      <p:sp>
        <p:nvSpPr>
          <p:cNvPr id="19" name="Picture Placeholder 18">
            <a:extLst>
              <a:ext uri="{FF2B5EF4-FFF2-40B4-BE49-F238E27FC236}">
                <a16:creationId xmlns:a16="http://schemas.microsoft.com/office/drawing/2014/main" id="{DA98BEF5-0C89-4430-B947-F1CBBA01500A}"/>
              </a:ext>
            </a:extLst>
          </p:cNvPr>
          <p:cNvSpPr>
            <a:spLocks noGrp="1"/>
          </p:cNvSpPr>
          <p:nvPr>
            <p:ph type="pic" sz="quarter" idx="14" hasCustomPrompt="1"/>
          </p:nvPr>
        </p:nvSpPr>
        <p:spPr>
          <a:xfrm>
            <a:off x="6350374" y="1802707"/>
            <a:ext cx="1600200" cy="1600200"/>
          </a:xfrm>
        </p:spPr>
        <p:txBody>
          <a:bodyPr>
            <a:normAutofit/>
          </a:bodyPr>
          <a:lstStyle>
            <a:lvl1pPr marL="0" indent="0">
              <a:buNone/>
              <a:defRPr sz="1200" b="0"/>
            </a:lvl1pPr>
          </a:lstStyle>
          <a:p>
            <a:r>
              <a:rPr lang="en-US" dirty="0"/>
              <a:t>Click icon to insert photo</a:t>
            </a:r>
          </a:p>
        </p:txBody>
      </p:sp>
      <p:sp>
        <p:nvSpPr>
          <p:cNvPr id="11" name="Rectangle 6">
            <a:extLst>
              <a:ext uri="{FF2B5EF4-FFF2-40B4-BE49-F238E27FC236}">
                <a16:creationId xmlns:a16="http://schemas.microsoft.com/office/drawing/2014/main" id="{2887AD67-99B6-4833-8429-D3E199C0A810}"/>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3">
            <a:extLst>
              <a:ext uri="{FF2B5EF4-FFF2-40B4-BE49-F238E27FC236}">
                <a16:creationId xmlns:a16="http://schemas.microsoft.com/office/drawing/2014/main" id="{79A2FCE6-3214-4550-AB7E-FA7A7EFFCCE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268563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c_Section Opener No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1295400" y="3077972"/>
            <a:ext cx="9601200" cy="702056"/>
          </a:xfrm>
        </p:spPr>
        <p:txBody>
          <a:bodyPr lIns="0" tIns="0" rIns="0" bIns="0">
            <a:normAutofit/>
          </a:bodyPr>
          <a:lstStyle>
            <a:lvl1pPr algn="ctr">
              <a:defRPr lang="en-US" sz="2800" b="1" kern="1200" dirty="0">
                <a:solidFill>
                  <a:schemeClr val="tx2"/>
                </a:solidFill>
                <a:latin typeface="+mj-lt"/>
                <a:ea typeface="+mn-ea"/>
                <a:cs typeface="+mn-cs"/>
              </a:defRPr>
            </a:lvl1pPr>
          </a:lstStyle>
          <a:p>
            <a:r>
              <a:rPr lang="en-US" dirty="0"/>
              <a:t>Click to Edit Section Title</a:t>
            </a:r>
          </a:p>
        </p:txBody>
      </p:sp>
      <p:sp>
        <p:nvSpPr>
          <p:cNvPr id="18" name="Rectangle 6">
            <a:extLst>
              <a:ext uri="{FF2B5EF4-FFF2-40B4-BE49-F238E27FC236}">
                <a16:creationId xmlns:a16="http://schemas.microsoft.com/office/drawing/2014/main" id="{97EF0196-6DDE-4D85-8DB8-77A251719F03}"/>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F9BD4E4-2AE3-430C-B9A2-89412E10C5BF}"/>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6">
            <a:extLst>
              <a:ext uri="{FF2B5EF4-FFF2-40B4-BE49-F238E27FC236}">
                <a16:creationId xmlns:a16="http://schemas.microsoft.com/office/drawing/2014/main" id="{9E330133-C8B4-4B15-901A-250DE9B25D8F}"/>
              </a:ext>
            </a:extLst>
          </p:cNvPr>
          <p:cNvSpPr/>
          <p:nvPr userDrawn="1"/>
        </p:nvSpPr>
        <p:spPr>
          <a:xfrm>
            <a:off x="9546777" y="421382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9" name="Picture 13">
            <a:extLst>
              <a:ext uri="{FF2B5EF4-FFF2-40B4-BE49-F238E27FC236}">
                <a16:creationId xmlns:a16="http://schemas.microsoft.com/office/drawing/2014/main" id="{B9726C00-9273-4D53-92B0-F0E8464A676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054081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d_Section Opener Photo">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8EA4C9AA-3B63-4CC1-BEDA-84AA127B80AB}"/>
              </a:ext>
            </a:extLst>
          </p:cNvPr>
          <p:cNvSpPr>
            <a:spLocks noGrp="1"/>
          </p:cNvSpPr>
          <p:nvPr>
            <p:ph type="pic" sz="quarter" idx="13"/>
          </p:nvPr>
        </p:nvSpPr>
        <p:spPr>
          <a:xfrm>
            <a:off x="-9427" y="9144"/>
            <a:ext cx="12201427" cy="6869575"/>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1131217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131217 w 12192000"/>
              <a:gd name="connsiteY4" fmla="*/ 0 h 6858000"/>
              <a:gd name="connsiteX0" fmla="*/ 1131217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914400 w 12192000"/>
              <a:gd name="connsiteY4" fmla="*/ 1357460 h 6858000"/>
              <a:gd name="connsiteX5" fmla="*/ 1131217 w 12192000"/>
              <a:gd name="connsiteY5" fmla="*/ 0 h 6858000"/>
              <a:gd name="connsiteX0" fmla="*/ 1140644 w 12201427"/>
              <a:gd name="connsiteY0" fmla="*/ 0 h 6858000"/>
              <a:gd name="connsiteX1" fmla="*/ 12201427 w 12201427"/>
              <a:gd name="connsiteY1" fmla="*/ 0 h 6858000"/>
              <a:gd name="connsiteX2" fmla="*/ 12201427 w 12201427"/>
              <a:gd name="connsiteY2" fmla="*/ 6858000 h 6858000"/>
              <a:gd name="connsiteX3" fmla="*/ 9427 w 12201427"/>
              <a:gd name="connsiteY3" fmla="*/ 6858000 h 6858000"/>
              <a:gd name="connsiteX4" fmla="*/ 0 w 12201427"/>
              <a:gd name="connsiteY4" fmla="*/ 1121790 h 6858000"/>
              <a:gd name="connsiteX5" fmla="*/ 1140644 w 12201427"/>
              <a:gd name="connsiteY5" fmla="*/ 0 h 6858000"/>
              <a:gd name="connsiteX0" fmla="*/ 1140644 w 12201427"/>
              <a:gd name="connsiteY0" fmla="*/ 0 h 6858000"/>
              <a:gd name="connsiteX1" fmla="*/ 12201427 w 12201427"/>
              <a:gd name="connsiteY1" fmla="*/ 0 h 6858000"/>
              <a:gd name="connsiteX2" fmla="*/ 12201427 w 12201427"/>
              <a:gd name="connsiteY2" fmla="*/ 5114041 h 6858000"/>
              <a:gd name="connsiteX3" fmla="*/ 9427 w 12201427"/>
              <a:gd name="connsiteY3" fmla="*/ 6858000 h 6858000"/>
              <a:gd name="connsiteX4" fmla="*/ 0 w 12201427"/>
              <a:gd name="connsiteY4" fmla="*/ 1121790 h 6858000"/>
              <a:gd name="connsiteX5" fmla="*/ 1140644 w 12201427"/>
              <a:gd name="connsiteY5" fmla="*/ 0 h 6858000"/>
              <a:gd name="connsiteX0" fmla="*/ 1140644 w 12201427"/>
              <a:gd name="connsiteY0" fmla="*/ 0 h 6858000"/>
              <a:gd name="connsiteX1" fmla="*/ 12201427 w 12201427"/>
              <a:gd name="connsiteY1" fmla="*/ 0 h 6858000"/>
              <a:gd name="connsiteX2" fmla="*/ 12201427 w 12201427"/>
              <a:gd name="connsiteY2" fmla="*/ 5114041 h 6858000"/>
              <a:gd name="connsiteX3" fmla="*/ 9907572 w 12201427"/>
              <a:gd name="connsiteY3" fmla="*/ 5429839 h 6858000"/>
              <a:gd name="connsiteX4" fmla="*/ 9427 w 12201427"/>
              <a:gd name="connsiteY4" fmla="*/ 6858000 h 6858000"/>
              <a:gd name="connsiteX5" fmla="*/ 0 w 12201427"/>
              <a:gd name="connsiteY5" fmla="*/ 1121790 h 6858000"/>
              <a:gd name="connsiteX6" fmla="*/ 1140644 w 12201427"/>
              <a:gd name="connsiteY6" fmla="*/ 0 h 6858000"/>
              <a:gd name="connsiteX0" fmla="*/ 1140644 w 12201427"/>
              <a:gd name="connsiteY0" fmla="*/ 0 h 6858000"/>
              <a:gd name="connsiteX1" fmla="*/ 12201427 w 12201427"/>
              <a:gd name="connsiteY1" fmla="*/ 0 h 6858000"/>
              <a:gd name="connsiteX2" fmla="*/ 12201427 w 12201427"/>
              <a:gd name="connsiteY2" fmla="*/ 5114041 h 6858000"/>
              <a:gd name="connsiteX3" fmla="*/ 10350632 w 12201427"/>
              <a:gd name="connsiteY3" fmla="*/ 6853286 h 6858000"/>
              <a:gd name="connsiteX4" fmla="*/ 9427 w 12201427"/>
              <a:gd name="connsiteY4" fmla="*/ 6858000 h 6858000"/>
              <a:gd name="connsiteX5" fmla="*/ 0 w 12201427"/>
              <a:gd name="connsiteY5" fmla="*/ 1121790 h 6858000"/>
              <a:gd name="connsiteX6" fmla="*/ 1140644 w 1220142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1427" h="6858000">
                <a:moveTo>
                  <a:pt x="1140644" y="0"/>
                </a:moveTo>
                <a:lnTo>
                  <a:pt x="12201427" y="0"/>
                </a:lnTo>
                <a:lnTo>
                  <a:pt x="12201427" y="5114041"/>
                </a:lnTo>
                <a:lnTo>
                  <a:pt x="10350632" y="6853286"/>
                </a:lnTo>
                <a:lnTo>
                  <a:pt x="9427" y="6858000"/>
                </a:lnTo>
                <a:cubicBezTo>
                  <a:pt x="6285" y="4945930"/>
                  <a:pt x="3142" y="3033860"/>
                  <a:pt x="0" y="1121790"/>
                </a:cubicBezTo>
                <a:lnTo>
                  <a:pt x="1140644" y="0"/>
                </a:lnTo>
                <a:close/>
              </a:path>
            </a:pathLst>
          </a:custGeom>
        </p:spPr>
        <p:txBody>
          <a:bodyPr/>
          <a:lstStyle>
            <a:lvl1pPr marL="0" indent="0" algn="ctr">
              <a:buNone/>
              <a:defRPr sz="1600" b="0">
                <a:solidFill>
                  <a:schemeClr val="tx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939800" y="3077972"/>
            <a:ext cx="4770120" cy="702056"/>
          </a:xfrm>
        </p:spPr>
        <p:txBody>
          <a:bodyPr lIns="0" tIns="0" rIns="0" bIns="0">
            <a:normAutofit/>
          </a:bodyPr>
          <a:lstStyle>
            <a:lvl1pPr algn="l">
              <a:defRPr lang="en-US" sz="2800" b="1" kern="1200" dirty="0">
                <a:solidFill>
                  <a:schemeClr val="tx2"/>
                </a:solidFill>
                <a:latin typeface="+mj-lt"/>
                <a:ea typeface="+mn-ea"/>
                <a:cs typeface="+mn-cs"/>
              </a:defRPr>
            </a:lvl1pPr>
          </a:lstStyle>
          <a:p>
            <a:r>
              <a:rPr lang="en-US" dirty="0"/>
              <a:t>Click to Edit Section Title</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247120" y="6163056"/>
            <a:ext cx="521208" cy="685800"/>
          </a:xfrm>
        </p:spPr>
        <p:txBody>
          <a:bodyPr lIns="0" tIns="0" rIns="0" bIns="0"/>
          <a:lstStyle/>
          <a:p>
            <a:fld id="{CD6D25CF-0D6E-4844-B79B-06FF722D38A1}" type="slidenum">
              <a:rPr lang="en-US" smtClean="0"/>
              <a:t>‹#›</a:t>
            </a:fld>
            <a:endParaRPr lang="en-US"/>
          </a:p>
        </p:txBody>
      </p:sp>
      <p:sp>
        <p:nvSpPr>
          <p:cNvPr id="8" name="Rectangle 6">
            <a:extLst>
              <a:ext uri="{FF2B5EF4-FFF2-40B4-BE49-F238E27FC236}">
                <a16:creationId xmlns:a16="http://schemas.microsoft.com/office/drawing/2014/main" id="{0DD9632D-8168-456D-9C99-78CAC8FDFA03}"/>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6">
            <a:extLst>
              <a:ext uri="{FF2B5EF4-FFF2-40B4-BE49-F238E27FC236}">
                <a16:creationId xmlns:a16="http://schemas.microsoft.com/office/drawing/2014/main" id="{A7CF50F7-2E3D-4E43-ABE3-4B0158439007}"/>
              </a:ext>
            </a:extLst>
          </p:cNvPr>
          <p:cNvSpPr/>
          <p:nvPr userDrawn="1"/>
        </p:nvSpPr>
        <p:spPr>
          <a:xfrm>
            <a:off x="9546777" y="421957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1" name="Picture 13">
            <a:extLst>
              <a:ext uri="{FF2B5EF4-FFF2-40B4-BE49-F238E27FC236}">
                <a16:creationId xmlns:a16="http://schemas.microsoft.com/office/drawing/2014/main" id="{04839836-9194-4248-B382-8689DE011F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41733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e_Section Opener Banner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1295400" y="3392424"/>
            <a:ext cx="9601200" cy="1161288"/>
          </a:xfrm>
        </p:spPr>
        <p:txBody>
          <a:bodyPr lIns="0" tIns="0" rIns="0" bIns="0">
            <a:normAutofit/>
          </a:bodyPr>
          <a:lstStyle>
            <a:lvl1pPr algn="ctr">
              <a:defRPr lang="en-US" sz="2800" b="1" kern="1200" dirty="0">
                <a:solidFill>
                  <a:schemeClr val="tx2"/>
                </a:solidFill>
                <a:latin typeface="+mj-lt"/>
                <a:ea typeface="+mn-ea"/>
                <a:cs typeface="+mn-cs"/>
              </a:defRPr>
            </a:lvl1pPr>
          </a:lstStyle>
          <a:p>
            <a:r>
              <a:rPr lang="en-US" dirty="0"/>
              <a:t>Click to Edit Section Title</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85840"/>
            <a:ext cx="521208" cy="508533"/>
          </a:xfrm>
        </p:spPr>
        <p:txBody>
          <a:bodyPr lIns="0" tIns="0" rIns="0" bIns="0" anchor="b"/>
          <a:lstStyle/>
          <a:p>
            <a:fld id="{CD6D25CF-0D6E-4844-B79B-06FF722D38A1}" type="slidenum">
              <a:rPr lang="en-US" smtClean="0"/>
              <a:t>‹#›</a:t>
            </a:fld>
            <a:endParaRPr lang="en-US"/>
          </a:p>
        </p:txBody>
      </p:sp>
      <p:sp>
        <p:nvSpPr>
          <p:cNvPr id="15" name="Picture Placeholder 2" descr="Five individuals seated in a conference room engage in discussion.">
            <a:extLst>
              <a:ext uri="{FF2B5EF4-FFF2-40B4-BE49-F238E27FC236}">
                <a16:creationId xmlns:a16="http://schemas.microsoft.com/office/drawing/2014/main" id="{8E7A18E8-856B-48C1-A5A0-7ACC25E8031E}"/>
              </a:ext>
            </a:extLst>
          </p:cNvPr>
          <p:cNvSpPr>
            <a:spLocks noGrp="1"/>
          </p:cNvSpPr>
          <p:nvPr>
            <p:ph type="pic" sz="quarter" idx="14"/>
          </p:nvPr>
        </p:nvSpPr>
        <p:spPr>
          <a:xfrm>
            <a:off x="-1" y="-1588"/>
            <a:ext cx="12202325" cy="2064381"/>
          </a:xfrm>
          <a:custGeom>
            <a:avLst/>
            <a:gdLst>
              <a:gd name="connsiteX0" fmla="*/ 1031397 w 12203912"/>
              <a:gd name="connsiteY0" fmla="*/ 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031397 h 2062794"/>
              <a:gd name="connsiteX8" fmla="*/ 1031397 w 12203912"/>
              <a:gd name="connsiteY8" fmla="*/ 0 h 2062794"/>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046553 h 2077950"/>
              <a:gd name="connsiteX8" fmla="*/ 1172851 w 12203912"/>
              <a:gd name="connsiteY8" fmla="*/ 0 h 2077950"/>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184665 h 2077950"/>
              <a:gd name="connsiteX8" fmla="*/ 1172851 w 12203912"/>
              <a:gd name="connsiteY8" fmla="*/ 0 h 2077950"/>
              <a:gd name="connsiteX0" fmla="*/ 1228413 w 12203912"/>
              <a:gd name="connsiteY0" fmla="*/ 75332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228413 w 12203912"/>
              <a:gd name="connsiteY8" fmla="*/ 75332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454965 w 12203912"/>
              <a:gd name="connsiteY4" fmla="*/ 2061206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2325 w 12203912"/>
              <a:gd name="connsiteY3" fmla="*/ 556734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2194387 w 12203912"/>
              <a:gd name="connsiteY2" fmla="*/ 163513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0054915 w 12203912"/>
              <a:gd name="connsiteY2" fmla="*/ 2056444 h 2062794"/>
              <a:gd name="connsiteX3" fmla="*/ 0 w 12203912"/>
              <a:gd name="connsiteY3" fmla="*/ 2062794 h 2062794"/>
              <a:gd name="connsiteX4" fmla="*/ 0 w 12203912"/>
              <a:gd name="connsiteY4" fmla="*/ 2062794 h 2062794"/>
              <a:gd name="connsiteX5" fmla="*/ 0 w 12203912"/>
              <a:gd name="connsiteY5" fmla="*/ 1169509 h 2062794"/>
              <a:gd name="connsiteX6" fmla="*/ 1169675 w 12203912"/>
              <a:gd name="connsiteY6" fmla="*/ 720 h 2062794"/>
              <a:gd name="connsiteX0" fmla="*/ 1169675 w 11992775"/>
              <a:gd name="connsiteY0" fmla="*/ 0 h 2062074"/>
              <a:gd name="connsiteX1" fmla="*/ 11992775 w 11992775"/>
              <a:gd name="connsiteY1" fmla="*/ 2455 h 2062074"/>
              <a:gd name="connsiteX2" fmla="*/ 10054915 w 11992775"/>
              <a:gd name="connsiteY2" fmla="*/ 2055724 h 2062074"/>
              <a:gd name="connsiteX3" fmla="*/ 0 w 11992775"/>
              <a:gd name="connsiteY3" fmla="*/ 2062074 h 2062074"/>
              <a:gd name="connsiteX4" fmla="*/ 0 w 11992775"/>
              <a:gd name="connsiteY4" fmla="*/ 2062074 h 2062074"/>
              <a:gd name="connsiteX5" fmla="*/ 0 w 11992775"/>
              <a:gd name="connsiteY5" fmla="*/ 1168789 h 2062074"/>
              <a:gd name="connsiteX6" fmla="*/ 1169675 w 11992775"/>
              <a:gd name="connsiteY6" fmla="*/ 0 h 2062074"/>
              <a:gd name="connsiteX0" fmla="*/ 1169675 w 12202325"/>
              <a:gd name="connsiteY0" fmla="*/ 2307 h 2064381"/>
              <a:gd name="connsiteX1" fmla="*/ 12202325 w 12202325"/>
              <a:gd name="connsiteY1" fmla="*/ 0 h 2064381"/>
              <a:gd name="connsiteX2" fmla="*/ 10054915 w 12202325"/>
              <a:gd name="connsiteY2" fmla="*/ 2058031 h 2064381"/>
              <a:gd name="connsiteX3" fmla="*/ 0 w 12202325"/>
              <a:gd name="connsiteY3" fmla="*/ 2064381 h 2064381"/>
              <a:gd name="connsiteX4" fmla="*/ 0 w 12202325"/>
              <a:gd name="connsiteY4" fmla="*/ 2064381 h 2064381"/>
              <a:gd name="connsiteX5" fmla="*/ 0 w 12202325"/>
              <a:gd name="connsiteY5" fmla="*/ 1171096 h 2064381"/>
              <a:gd name="connsiteX6" fmla="*/ 1169675 w 12202325"/>
              <a:gd name="connsiteY6" fmla="*/ 2307 h 20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325" h="2064381">
                <a:moveTo>
                  <a:pt x="1169675" y="2307"/>
                </a:moveTo>
                <a:lnTo>
                  <a:pt x="12202325" y="0"/>
                </a:lnTo>
                <a:lnTo>
                  <a:pt x="10054915" y="2058031"/>
                </a:lnTo>
                <a:lnTo>
                  <a:pt x="0" y="2064381"/>
                </a:lnTo>
                <a:lnTo>
                  <a:pt x="0" y="2064381"/>
                </a:lnTo>
                <a:lnTo>
                  <a:pt x="0" y="1171096"/>
                </a:lnTo>
                <a:lnTo>
                  <a:pt x="1169675" y="2307"/>
                </a:lnTo>
                <a:close/>
              </a:path>
            </a:pathLst>
          </a:custGeom>
          <a:blipFill>
            <a:blip r:embed="rId2"/>
            <a:srcRect/>
            <a:stretch>
              <a:fillRect l="-754" r="-754"/>
            </a:stretch>
          </a:blipFill>
        </p:spPr>
        <p:txBody>
          <a:bodyPr/>
          <a:lstStyle>
            <a:lvl1pPr marL="0" indent="0" algn="ctr">
              <a:buFontTx/>
              <a:buNone/>
              <a:defRPr sz="1000">
                <a:solidFill>
                  <a:schemeClr val="accent6"/>
                </a:solidFill>
              </a:defRPr>
            </a:lvl1pPr>
          </a:lstStyle>
          <a:p>
            <a:r>
              <a:rPr lang="en-US"/>
              <a:t>Click icon to add picture</a:t>
            </a:r>
            <a:endParaRPr lang="en-US" dirty="0"/>
          </a:p>
        </p:txBody>
      </p:sp>
      <p:sp>
        <p:nvSpPr>
          <p:cNvPr id="16" name="Rectangle 7">
            <a:extLst>
              <a:ext uri="{FF2B5EF4-FFF2-40B4-BE49-F238E27FC236}">
                <a16:creationId xmlns:a16="http://schemas.microsoft.com/office/drawing/2014/main" id="{B308BD4E-524E-4A40-BA60-EB74D6EEF7E9}"/>
              </a:ext>
            </a:extLst>
          </p:cNvPr>
          <p:cNvSpPr/>
          <p:nvPr userDrawn="1"/>
        </p:nvSpPr>
        <p:spPr>
          <a:xfrm rot="5400000">
            <a:off x="23147" y="-23146"/>
            <a:ext cx="1127885" cy="1174176"/>
          </a:xfrm>
          <a:custGeom>
            <a:avLst/>
            <a:gdLst>
              <a:gd name="connsiteX0" fmla="*/ 0 w 1127885"/>
              <a:gd name="connsiteY0" fmla="*/ 0 h 1174176"/>
              <a:gd name="connsiteX1" fmla="*/ 1127885 w 1127885"/>
              <a:gd name="connsiteY1" fmla="*/ 0 h 1174176"/>
              <a:gd name="connsiteX2" fmla="*/ 1127885 w 1127885"/>
              <a:gd name="connsiteY2" fmla="*/ 1174176 h 1174176"/>
              <a:gd name="connsiteX3" fmla="*/ 0 w 1127885"/>
              <a:gd name="connsiteY3" fmla="*/ 1174176 h 1174176"/>
              <a:gd name="connsiteX4" fmla="*/ 0 w 1127885"/>
              <a:gd name="connsiteY4" fmla="*/ 0 h 1174176"/>
              <a:gd name="connsiteX0" fmla="*/ 0 w 1127885"/>
              <a:gd name="connsiteY0" fmla="*/ 0 h 1174176"/>
              <a:gd name="connsiteX1" fmla="*/ 1127885 w 1127885"/>
              <a:gd name="connsiteY1" fmla="*/ 1174176 h 1174176"/>
              <a:gd name="connsiteX2" fmla="*/ 0 w 1127885"/>
              <a:gd name="connsiteY2" fmla="*/ 1174176 h 1174176"/>
              <a:gd name="connsiteX3" fmla="*/ 0 w 1127885"/>
              <a:gd name="connsiteY3" fmla="*/ 0 h 1174176"/>
            </a:gdLst>
            <a:ahLst/>
            <a:cxnLst>
              <a:cxn ang="0">
                <a:pos x="connsiteX0" y="connsiteY0"/>
              </a:cxn>
              <a:cxn ang="0">
                <a:pos x="connsiteX1" y="connsiteY1"/>
              </a:cxn>
              <a:cxn ang="0">
                <a:pos x="connsiteX2" y="connsiteY2"/>
              </a:cxn>
              <a:cxn ang="0">
                <a:pos x="connsiteX3" y="connsiteY3"/>
              </a:cxn>
            </a:cxnLst>
            <a:rect l="l" t="t" r="r" b="b"/>
            <a:pathLst>
              <a:path w="1127885" h="1174176">
                <a:moveTo>
                  <a:pt x="0" y="0"/>
                </a:moveTo>
                <a:lnTo>
                  <a:pt x="1127885" y="1174176"/>
                </a:lnTo>
                <a:lnTo>
                  <a:pt x="0" y="1174176"/>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5">
            <a:extLst>
              <a:ext uri="{FF2B5EF4-FFF2-40B4-BE49-F238E27FC236}">
                <a16:creationId xmlns:a16="http://schemas.microsoft.com/office/drawing/2014/main" id="{F752137A-7F1B-464F-B451-C1E10200C14F}"/>
              </a:ext>
            </a:extLst>
          </p:cNvPr>
          <p:cNvSpPr/>
          <p:nvPr userDrawn="1"/>
        </p:nvSpPr>
        <p:spPr>
          <a:xfrm rot="16200000">
            <a:off x="10100636" y="-47785"/>
            <a:ext cx="2058094" cy="2142564"/>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07AC0E8-8703-4863-A5A3-C74FE123FDDF}"/>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0" name="Rectangle 6">
            <a:extLst>
              <a:ext uri="{FF2B5EF4-FFF2-40B4-BE49-F238E27FC236}">
                <a16:creationId xmlns:a16="http://schemas.microsoft.com/office/drawing/2014/main" id="{2DAC733B-E348-4939-BD2B-179AC99BBC97}"/>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3">
            <a:extLst>
              <a:ext uri="{FF2B5EF4-FFF2-40B4-BE49-F238E27FC236}">
                <a16:creationId xmlns:a16="http://schemas.microsoft.com/office/drawing/2014/main" id="{B78D7837-DA7B-4BFD-B780-B81D5E40FFC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690112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a_Banner Photo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736252" y="2361443"/>
            <a:ext cx="10578436" cy="706221"/>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736252" y="3230123"/>
            <a:ext cx="10578436" cy="2825864"/>
          </a:xfrm>
        </p:spPr>
        <p:txBody>
          <a:bodyPr/>
          <a:lstStyle>
            <a:lvl1pPr>
              <a:defRPr/>
            </a:lvl1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55987"/>
            <a:ext cx="508748" cy="538386"/>
          </a:xfrm>
        </p:spPr>
        <p:txBody>
          <a:bodyPr lIns="0" tIns="0" rIns="0" bIns="0" anchor="b"/>
          <a:lstStyle/>
          <a:p>
            <a:fld id="{CD6D25CF-0D6E-4844-B79B-06FF722D38A1}" type="slidenum">
              <a:rPr lang="en-US" smtClean="0"/>
              <a:t>‹#›</a:t>
            </a:fld>
            <a:endParaRPr lang="en-US" dirty="0"/>
          </a:p>
        </p:txBody>
      </p:sp>
      <p:sp>
        <p:nvSpPr>
          <p:cNvPr id="15" name="Picture Placeholder 2" descr="Five individuals seated in a conference room engage in discussion.">
            <a:extLst>
              <a:ext uri="{FF2B5EF4-FFF2-40B4-BE49-F238E27FC236}">
                <a16:creationId xmlns:a16="http://schemas.microsoft.com/office/drawing/2014/main" id="{3261182A-6FCF-40EC-A0A5-8725156EFD76}"/>
              </a:ext>
            </a:extLst>
          </p:cNvPr>
          <p:cNvSpPr>
            <a:spLocks noGrp="1"/>
          </p:cNvSpPr>
          <p:nvPr>
            <p:ph type="pic" sz="quarter" idx="14"/>
          </p:nvPr>
        </p:nvSpPr>
        <p:spPr>
          <a:xfrm>
            <a:off x="-1" y="-1588"/>
            <a:ext cx="12202325" cy="2064381"/>
          </a:xfrm>
          <a:custGeom>
            <a:avLst/>
            <a:gdLst>
              <a:gd name="connsiteX0" fmla="*/ 1031397 w 12203912"/>
              <a:gd name="connsiteY0" fmla="*/ 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031397 h 2062794"/>
              <a:gd name="connsiteX8" fmla="*/ 1031397 w 12203912"/>
              <a:gd name="connsiteY8" fmla="*/ 0 h 2062794"/>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046553 h 2077950"/>
              <a:gd name="connsiteX8" fmla="*/ 1172851 w 12203912"/>
              <a:gd name="connsiteY8" fmla="*/ 0 h 2077950"/>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184665 h 2077950"/>
              <a:gd name="connsiteX8" fmla="*/ 1172851 w 12203912"/>
              <a:gd name="connsiteY8" fmla="*/ 0 h 2077950"/>
              <a:gd name="connsiteX0" fmla="*/ 1228413 w 12203912"/>
              <a:gd name="connsiteY0" fmla="*/ 75332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228413 w 12203912"/>
              <a:gd name="connsiteY8" fmla="*/ 75332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454965 w 12203912"/>
              <a:gd name="connsiteY4" fmla="*/ 2061206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2325 w 12203912"/>
              <a:gd name="connsiteY3" fmla="*/ 556734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2194387 w 12203912"/>
              <a:gd name="connsiteY2" fmla="*/ 163513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0054915 w 12203912"/>
              <a:gd name="connsiteY2" fmla="*/ 2056444 h 2062794"/>
              <a:gd name="connsiteX3" fmla="*/ 0 w 12203912"/>
              <a:gd name="connsiteY3" fmla="*/ 2062794 h 2062794"/>
              <a:gd name="connsiteX4" fmla="*/ 0 w 12203912"/>
              <a:gd name="connsiteY4" fmla="*/ 2062794 h 2062794"/>
              <a:gd name="connsiteX5" fmla="*/ 0 w 12203912"/>
              <a:gd name="connsiteY5" fmla="*/ 1169509 h 2062794"/>
              <a:gd name="connsiteX6" fmla="*/ 1169675 w 12203912"/>
              <a:gd name="connsiteY6" fmla="*/ 720 h 2062794"/>
              <a:gd name="connsiteX0" fmla="*/ 1169675 w 11992775"/>
              <a:gd name="connsiteY0" fmla="*/ 0 h 2062074"/>
              <a:gd name="connsiteX1" fmla="*/ 11992775 w 11992775"/>
              <a:gd name="connsiteY1" fmla="*/ 2455 h 2062074"/>
              <a:gd name="connsiteX2" fmla="*/ 10054915 w 11992775"/>
              <a:gd name="connsiteY2" fmla="*/ 2055724 h 2062074"/>
              <a:gd name="connsiteX3" fmla="*/ 0 w 11992775"/>
              <a:gd name="connsiteY3" fmla="*/ 2062074 h 2062074"/>
              <a:gd name="connsiteX4" fmla="*/ 0 w 11992775"/>
              <a:gd name="connsiteY4" fmla="*/ 2062074 h 2062074"/>
              <a:gd name="connsiteX5" fmla="*/ 0 w 11992775"/>
              <a:gd name="connsiteY5" fmla="*/ 1168789 h 2062074"/>
              <a:gd name="connsiteX6" fmla="*/ 1169675 w 11992775"/>
              <a:gd name="connsiteY6" fmla="*/ 0 h 2062074"/>
              <a:gd name="connsiteX0" fmla="*/ 1169675 w 12202325"/>
              <a:gd name="connsiteY0" fmla="*/ 2307 h 2064381"/>
              <a:gd name="connsiteX1" fmla="*/ 12202325 w 12202325"/>
              <a:gd name="connsiteY1" fmla="*/ 0 h 2064381"/>
              <a:gd name="connsiteX2" fmla="*/ 10054915 w 12202325"/>
              <a:gd name="connsiteY2" fmla="*/ 2058031 h 2064381"/>
              <a:gd name="connsiteX3" fmla="*/ 0 w 12202325"/>
              <a:gd name="connsiteY3" fmla="*/ 2064381 h 2064381"/>
              <a:gd name="connsiteX4" fmla="*/ 0 w 12202325"/>
              <a:gd name="connsiteY4" fmla="*/ 2064381 h 2064381"/>
              <a:gd name="connsiteX5" fmla="*/ 0 w 12202325"/>
              <a:gd name="connsiteY5" fmla="*/ 1171096 h 2064381"/>
              <a:gd name="connsiteX6" fmla="*/ 1169675 w 12202325"/>
              <a:gd name="connsiteY6" fmla="*/ 2307 h 20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325" h="2064381">
                <a:moveTo>
                  <a:pt x="1169675" y="2307"/>
                </a:moveTo>
                <a:lnTo>
                  <a:pt x="12202325" y="0"/>
                </a:lnTo>
                <a:lnTo>
                  <a:pt x="10054915" y="2058031"/>
                </a:lnTo>
                <a:lnTo>
                  <a:pt x="0" y="2064381"/>
                </a:lnTo>
                <a:lnTo>
                  <a:pt x="0" y="2064381"/>
                </a:lnTo>
                <a:lnTo>
                  <a:pt x="0" y="1171096"/>
                </a:lnTo>
                <a:lnTo>
                  <a:pt x="1169675" y="2307"/>
                </a:lnTo>
                <a:close/>
              </a:path>
            </a:pathLst>
          </a:custGeom>
          <a:blipFill>
            <a:blip r:embed="rId2"/>
            <a:srcRect/>
            <a:stretch>
              <a:fillRect l="-754" r="-754"/>
            </a:stretch>
          </a:blipFill>
        </p:spPr>
        <p:txBody>
          <a:bodyPr/>
          <a:lstStyle>
            <a:lvl1pPr marL="0" indent="0" algn="ctr">
              <a:buFontTx/>
              <a:buNone/>
              <a:defRPr sz="1000">
                <a:solidFill>
                  <a:schemeClr val="accent6"/>
                </a:solidFill>
              </a:defRPr>
            </a:lvl1pPr>
          </a:lstStyle>
          <a:p>
            <a:r>
              <a:rPr lang="en-US"/>
              <a:t>Click icon to add picture</a:t>
            </a:r>
            <a:endParaRPr lang="en-US" dirty="0"/>
          </a:p>
        </p:txBody>
      </p:sp>
      <p:sp>
        <p:nvSpPr>
          <p:cNvPr id="16" name="Rectangle 5">
            <a:extLst>
              <a:ext uri="{FF2B5EF4-FFF2-40B4-BE49-F238E27FC236}">
                <a16:creationId xmlns:a16="http://schemas.microsoft.com/office/drawing/2014/main" id="{7CD9DA23-A635-48EC-8E28-356B8DF3963E}"/>
              </a:ext>
            </a:extLst>
          </p:cNvPr>
          <p:cNvSpPr/>
          <p:nvPr userDrawn="1"/>
        </p:nvSpPr>
        <p:spPr>
          <a:xfrm rot="16200000">
            <a:off x="10100636" y="-47785"/>
            <a:ext cx="2058094" cy="2142564"/>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6">
            <a:extLst>
              <a:ext uri="{FF2B5EF4-FFF2-40B4-BE49-F238E27FC236}">
                <a16:creationId xmlns:a16="http://schemas.microsoft.com/office/drawing/2014/main" id="{0F4FA6C2-BB71-468B-B83D-C8468786988E}"/>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8F348944-0B6D-44EE-B358-45309B8B666A}"/>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E8D05099-1EAB-455D-8428-DB43B2BE91B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2881989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b_Banner Photo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736252" y="2342050"/>
            <a:ext cx="10578435" cy="75895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736252" y="3313880"/>
            <a:ext cx="5105372" cy="2739448"/>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6350373" y="3313880"/>
            <a:ext cx="4964313" cy="2739448"/>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53328"/>
            <a:ext cx="508748" cy="541045"/>
          </a:xfrm>
        </p:spPr>
        <p:txBody>
          <a:bodyPr lIns="0" tIns="0" rIns="0" bIns="0" anchor="b"/>
          <a:lstStyle/>
          <a:p>
            <a:fld id="{CD6D25CF-0D6E-4844-B79B-06FF722D38A1}" type="slidenum">
              <a:rPr lang="en-US" smtClean="0"/>
              <a:t>‹#›</a:t>
            </a:fld>
            <a:endParaRPr lang="en-US"/>
          </a:p>
        </p:txBody>
      </p:sp>
      <p:sp>
        <p:nvSpPr>
          <p:cNvPr id="15" name="Picture Placeholder 2" descr="Five individuals seated in a conference room engage in discussion.">
            <a:extLst>
              <a:ext uri="{FF2B5EF4-FFF2-40B4-BE49-F238E27FC236}">
                <a16:creationId xmlns:a16="http://schemas.microsoft.com/office/drawing/2014/main" id="{B775B69C-C31A-4DE2-AC9C-6D201B6EE6A3}"/>
              </a:ext>
            </a:extLst>
          </p:cNvPr>
          <p:cNvSpPr>
            <a:spLocks noGrp="1"/>
          </p:cNvSpPr>
          <p:nvPr>
            <p:ph type="pic" sz="quarter" idx="14"/>
          </p:nvPr>
        </p:nvSpPr>
        <p:spPr>
          <a:xfrm>
            <a:off x="-1" y="-1588"/>
            <a:ext cx="12202325" cy="2064381"/>
          </a:xfrm>
          <a:custGeom>
            <a:avLst/>
            <a:gdLst>
              <a:gd name="connsiteX0" fmla="*/ 1031397 w 12203912"/>
              <a:gd name="connsiteY0" fmla="*/ 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031397 h 2062794"/>
              <a:gd name="connsiteX8" fmla="*/ 1031397 w 12203912"/>
              <a:gd name="connsiteY8" fmla="*/ 0 h 2062794"/>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046553 h 2077950"/>
              <a:gd name="connsiteX8" fmla="*/ 1172851 w 12203912"/>
              <a:gd name="connsiteY8" fmla="*/ 0 h 2077950"/>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184665 h 2077950"/>
              <a:gd name="connsiteX8" fmla="*/ 1172851 w 12203912"/>
              <a:gd name="connsiteY8" fmla="*/ 0 h 2077950"/>
              <a:gd name="connsiteX0" fmla="*/ 1228413 w 12203912"/>
              <a:gd name="connsiteY0" fmla="*/ 75332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228413 w 12203912"/>
              <a:gd name="connsiteY8" fmla="*/ 75332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454965 w 12203912"/>
              <a:gd name="connsiteY4" fmla="*/ 2061206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2325 w 12203912"/>
              <a:gd name="connsiteY3" fmla="*/ 556734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2194387 w 12203912"/>
              <a:gd name="connsiteY2" fmla="*/ 163513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0054915 w 12203912"/>
              <a:gd name="connsiteY2" fmla="*/ 2056444 h 2062794"/>
              <a:gd name="connsiteX3" fmla="*/ 0 w 12203912"/>
              <a:gd name="connsiteY3" fmla="*/ 2062794 h 2062794"/>
              <a:gd name="connsiteX4" fmla="*/ 0 w 12203912"/>
              <a:gd name="connsiteY4" fmla="*/ 2062794 h 2062794"/>
              <a:gd name="connsiteX5" fmla="*/ 0 w 12203912"/>
              <a:gd name="connsiteY5" fmla="*/ 1169509 h 2062794"/>
              <a:gd name="connsiteX6" fmla="*/ 1169675 w 12203912"/>
              <a:gd name="connsiteY6" fmla="*/ 720 h 2062794"/>
              <a:gd name="connsiteX0" fmla="*/ 1169675 w 11992775"/>
              <a:gd name="connsiteY0" fmla="*/ 0 h 2062074"/>
              <a:gd name="connsiteX1" fmla="*/ 11992775 w 11992775"/>
              <a:gd name="connsiteY1" fmla="*/ 2455 h 2062074"/>
              <a:gd name="connsiteX2" fmla="*/ 10054915 w 11992775"/>
              <a:gd name="connsiteY2" fmla="*/ 2055724 h 2062074"/>
              <a:gd name="connsiteX3" fmla="*/ 0 w 11992775"/>
              <a:gd name="connsiteY3" fmla="*/ 2062074 h 2062074"/>
              <a:gd name="connsiteX4" fmla="*/ 0 w 11992775"/>
              <a:gd name="connsiteY4" fmla="*/ 2062074 h 2062074"/>
              <a:gd name="connsiteX5" fmla="*/ 0 w 11992775"/>
              <a:gd name="connsiteY5" fmla="*/ 1168789 h 2062074"/>
              <a:gd name="connsiteX6" fmla="*/ 1169675 w 11992775"/>
              <a:gd name="connsiteY6" fmla="*/ 0 h 2062074"/>
              <a:gd name="connsiteX0" fmla="*/ 1169675 w 12202325"/>
              <a:gd name="connsiteY0" fmla="*/ 2307 h 2064381"/>
              <a:gd name="connsiteX1" fmla="*/ 12202325 w 12202325"/>
              <a:gd name="connsiteY1" fmla="*/ 0 h 2064381"/>
              <a:gd name="connsiteX2" fmla="*/ 10054915 w 12202325"/>
              <a:gd name="connsiteY2" fmla="*/ 2058031 h 2064381"/>
              <a:gd name="connsiteX3" fmla="*/ 0 w 12202325"/>
              <a:gd name="connsiteY3" fmla="*/ 2064381 h 2064381"/>
              <a:gd name="connsiteX4" fmla="*/ 0 w 12202325"/>
              <a:gd name="connsiteY4" fmla="*/ 2064381 h 2064381"/>
              <a:gd name="connsiteX5" fmla="*/ 0 w 12202325"/>
              <a:gd name="connsiteY5" fmla="*/ 1171096 h 2064381"/>
              <a:gd name="connsiteX6" fmla="*/ 1169675 w 12202325"/>
              <a:gd name="connsiteY6" fmla="*/ 2307 h 20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325" h="2064381">
                <a:moveTo>
                  <a:pt x="1169675" y="2307"/>
                </a:moveTo>
                <a:lnTo>
                  <a:pt x="12202325" y="0"/>
                </a:lnTo>
                <a:lnTo>
                  <a:pt x="10054915" y="2058031"/>
                </a:lnTo>
                <a:lnTo>
                  <a:pt x="0" y="2064381"/>
                </a:lnTo>
                <a:lnTo>
                  <a:pt x="0" y="2064381"/>
                </a:lnTo>
                <a:lnTo>
                  <a:pt x="0" y="1171096"/>
                </a:lnTo>
                <a:lnTo>
                  <a:pt x="1169675" y="2307"/>
                </a:lnTo>
                <a:close/>
              </a:path>
            </a:pathLst>
          </a:custGeom>
          <a:blipFill>
            <a:blip r:embed="rId2"/>
            <a:srcRect/>
            <a:stretch>
              <a:fillRect l="-754" r="-754"/>
            </a:stretch>
          </a:blipFill>
        </p:spPr>
        <p:txBody>
          <a:bodyPr/>
          <a:lstStyle>
            <a:lvl1pPr marL="0" indent="0" algn="ctr">
              <a:buFontTx/>
              <a:buNone/>
              <a:defRPr sz="1000">
                <a:solidFill>
                  <a:schemeClr val="accent6"/>
                </a:solidFill>
              </a:defRPr>
            </a:lvl1pPr>
          </a:lstStyle>
          <a:p>
            <a:r>
              <a:rPr lang="en-US"/>
              <a:t>Click icon to add picture</a:t>
            </a:r>
            <a:endParaRPr lang="en-US" dirty="0"/>
          </a:p>
        </p:txBody>
      </p:sp>
      <p:sp>
        <p:nvSpPr>
          <p:cNvPr id="16" name="Rectangle 5">
            <a:extLst>
              <a:ext uri="{FF2B5EF4-FFF2-40B4-BE49-F238E27FC236}">
                <a16:creationId xmlns:a16="http://schemas.microsoft.com/office/drawing/2014/main" id="{B449E3AC-4614-4991-AEFB-FB34DB3556CD}"/>
              </a:ext>
            </a:extLst>
          </p:cNvPr>
          <p:cNvSpPr/>
          <p:nvPr userDrawn="1"/>
        </p:nvSpPr>
        <p:spPr>
          <a:xfrm rot="16200000">
            <a:off x="10100636" y="-47785"/>
            <a:ext cx="2058094" cy="2142564"/>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6">
            <a:extLst>
              <a:ext uri="{FF2B5EF4-FFF2-40B4-BE49-F238E27FC236}">
                <a16:creationId xmlns:a16="http://schemas.microsoft.com/office/drawing/2014/main" id="{F936582A-637E-459A-A5D1-121BF4A8DED4}"/>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31272A56-A539-43D2-A47B-AE3F8EC33411}"/>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1" name="Picture 13">
            <a:extLst>
              <a:ext uri="{FF2B5EF4-FFF2-40B4-BE49-F238E27FC236}">
                <a16:creationId xmlns:a16="http://schemas.microsoft.com/office/drawing/2014/main" id="{087F5EBE-4776-4D66-A129-D1E14629F79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74995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c_Sidebar Photo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3230087" y="283464"/>
            <a:ext cx="8084600" cy="112471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230088" y="1517904"/>
            <a:ext cx="8084599"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7" y="6085840"/>
            <a:ext cx="508749" cy="508533"/>
          </a:xfrm>
        </p:spPr>
        <p:txBody>
          <a:bodyPr lIns="0" tIns="0" rIns="0" bIns="0" anchor="b"/>
          <a:lstStyle/>
          <a:p>
            <a:fld id="{CD6D25CF-0D6E-4844-B79B-06FF722D38A1}" type="slidenum">
              <a:rPr lang="en-US" smtClean="0"/>
              <a:t>‹#›</a:t>
            </a:fld>
            <a:endParaRPr lang="en-US"/>
          </a:p>
        </p:txBody>
      </p:sp>
      <p:sp>
        <p:nvSpPr>
          <p:cNvPr id="15" name="Picture Placeholder 3" descr="Several individuals document a process using post-it notes and large sheets of paper taped to a wall.">
            <a:extLst>
              <a:ext uri="{FF2B5EF4-FFF2-40B4-BE49-F238E27FC236}">
                <a16:creationId xmlns:a16="http://schemas.microsoft.com/office/drawing/2014/main" id="{2C7FF25B-7F50-4D23-80D9-60D21D47C192}"/>
              </a:ext>
            </a:extLst>
          </p:cNvPr>
          <p:cNvSpPr>
            <a:spLocks noGrp="1"/>
          </p:cNvSpPr>
          <p:nvPr>
            <p:ph type="pic" sz="quarter" idx="14"/>
          </p:nvPr>
        </p:nvSpPr>
        <p:spPr>
          <a:xfrm>
            <a:off x="-1609" y="-178"/>
            <a:ext cx="2631213" cy="6860003"/>
          </a:xfrm>
          <a:custGeom>
            <a:avLst/>
            <a:gdLst>
              <a:gd name="connsiteX0" fmla="*/ 0 w 2628900"/>
              <a:gd name="connsiteY0" fmla="*/ 0 h 6858000"/>
              <a:gd name="connsiteX1" fmla="*/ 2628900 w 2628900"/>
              <a:gd name="connsiteY1" fmla="*/ 0 h 6858000"/>
              <a:gd name="connsiteX2" fmla="*/ 2628900 w 2628900"/>
              <a:gd name="connsiteY2" fmla="*/ 6858000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698269 w 2628900"/>
              <a:gd name="connsiteY3" fmla="*/ 6392487 h 6858000"/>
              <a:gd name="connsiteX4" fmla="*/ 0 w 2628900"/>
              <a:gd name="connsiteY4" fmla="*/ 6858000 h 6858000"/>
              <a:gd name="connsiteX5" fmla="*/ 0 w 2628900"/>
              <a:gd name="connsiteY5" fmla="*/ 0 h 6858000"/>
              <a:gd name="connsiteX0" fmla="*/ 0 w 2628900"/>
              <a:gd name="connsiteY0" fmla="*/ 0 h 6874626"/>
              <a:gd name="connsiteX1" fmla="*/ 2628900 w 2628900"/>
              <a:gd name="connsiteY1" fmla="*/ 0 h 6874626"/>
              <a:gd name="connsiteX2" fmla="*/ 2628900 w 2628900"/>
              <a:gd name="connsiteY2" fmla="*/ 5104014 h 6874626"/>
              <a:gd name="connsiteX3" fmla="*/ 748145 w 2628900"/>
              <a:gd name="connsiteY3" fmla="*/ 6874626 h 6874626"/>
              <a:gd name="connsiteX4" fmla="*/ 0 w 2628900"/>
              <a:gd name="connsiteY4" fmla="*/ 6858000 h 6874626"/>
              <a:gd name="connsiteX5" fmla="*/ 0 w 2628900"/>
              <a:gd name="connsiteY5" fmla="*/ 0 h 6874626"/>
              <a:gd name="connsiteX0" fmla="*/ 0 w 2637212"/>
              <a:gd name="connsiteY0" fmla="*/ 1113905 h 6874626"/>
              <a:gd name="connsiteX1" fmla="*/ 2637212 w 2637212"/>
              <a:gd name="connsiteY1" fmla="*/ 0 h 6874626"/>
              <a:gd name="connsiteX2" fmla="*/ 2637212 w 2637212"/>
              <a:gd name="connsiteY2" fmla="*/ 5104014 h 6874626"/>
              <a:gd name="connsiteX3" fmla="*/ 756457 w 2637212"/>
              <a:gd name="connsiteY3" fmla="*/ 6874626 h 6874626"/>
              <a:gd name="connsiteX4" fmla="*/ 8312 w 2637212"/>
              <a:gd name="connsiteY4" fmla="*/ 6858000 h 6874626"/>
              <a:gd name="connsiteX5" fmla="*/ 0 w 2637212"/>
              <a:gd name="connsiteY5" fmla="*/ 1113905 h 6874626"/>
              <a:gd name="connsiteX0" fmla="*/ 0 w 2637212"/>
              <a:gd name="connsiteY0" fmla="*/ 1113905 h 6874626"/>
              <a:gd name="connsiteX1" fmla="*/ 1695796 w 2637212"/>
              <a:gd name="connsiteY1" fmla="*/ 382385 h 6874626"/>
              <a:gd name="connsiteX2" fmla="*/ 2637212 w 2637212"/>
              <a:gd name="connsiteY2" fmla="*/ 0 h 6874626"/>
              <a:gd name="connsiteX3" fmla="*/ 2637212 w 2637212"/>
              <a:gd name="connsiteY3" fmla="*/ 5104014 h 6874626"/>
              <a:gd name="connsiteX4" fmla="*/ 756457 w 2637212"/>
              <a:gd name="connsiteY4" fmla="*/ 6874626 h 6874626"/>
              <a:gd name="connsiteX5" fmla="*/ 8312 w 2637212"/>
              <a:gd name="connsiteY5" fmla="*/ 6858000 h 6874626"/>
              <a:gd name="connsiteX6" fmla="*/ 0 w 2637212"/>
              <a:gd name="connsiteY6" fmla="*/ 1113905 h 6874626"/>
              <a:gd name="connsiteX0" fmla="*/ 0 w 2637212"/>
              <a:gd name="connsiteY0" fmla="*/ 1122218 h 6882939"/>
              <a:gd name="connsiteX1" fmla="*/ 1188720 w 2637212"/>
              <a:gd name="connsiteY1" fmla="*/ 0 h 6882939"/>
              <a:gd name="connsiteX2" fmla="*/ 2637212 w 2637212"/>
              <a:gd name="connsiteY2" fmla="*/ 8313 h 6882939"/>
              <a:gd name="connsiteX3" fmla="*/ 2637212 w 2637212"/>
              <a:gd name="connsiteY3" fmla="*/ 5112327 h 6882939"/>
              <a:gd name="connsiteX4" fmla="*/ 756457 w 2637212"/>
              <a:gd name="connsiteY4" fmla="*/ 6882939 h 6882939"/>
              <a:gd name="connsiteX5" fmla="*/ 8312 w 2637212"/>
              <a:gd name="connsiteY5" fmla="*/ 6866313 h 6882939"/>
              <a:gd name="connsiteX6" fmla="*/ 0 w 2637212"/>
              <a:gd name="connsiteY6" fmla="*/ 1122218 h 6882939"/>
              <a:gd name="connsiteX0" fmla="*/ 0 w 2646838"/>
              <a:gd name="connsiteY0" fmla="*/ 1122218 h 6882939"/>
              <a:gd name="connsiteX1" fmla="*/ 1188720 w 2646838"/>
              <a:gd name="connsiteY1" fmla="*/ 0 h 6882939"/>
              <a:gd name="connsiteX2" fmla="*/ 2637212 w 2646838"/>
              <a:gd name="connsiteY2" fmla="*/ 8313 h 6882939"/>
              <a:gd name="connsiteX3" fmla="*/ 2646838 w 2646838"/>
              <a:gd name="connsiteY3" fmla="*/ 6864125 h 6882939"/>
              <a:gd name="connsiteX4" fmla="*/ 756457 w 2646838"/>
              <a:gd name="connsiteY4" fmla="*/ 6882939 h 6882939"/>
              <a:gd name="connsiteX5" fmla="*/ 8312 w 2646838"/>
              <a:gd name="connsiteY5" fmla="*/ 6866313 h 6882939"/>
              <a:gd name="connsiteX6" fmla="*/ 0 w 2646838"/>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767711 w 2658092"/>
              <a:gd name="connsiteY4" fmla="*/ 6882939 h 6882939"/>
              <a:gd name="connsiteX5" fmla="*/ 315 w 2658092"/>
              <a:gd name="connsiteY5" fmla="*/ 5740157 h 6882939"/>
              <a:gd name="connsiteX6" fmla="*/ 11254 w 2658092"/>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1171973 w 2658092"/>
              <a:gd name="connsiteY4" fmla="*/ 6882939 h 6882939"/>
              <a:gd name="connsiteX5" fmla="*/ 315 w 2658092"/>
              <a:gd name="connsiteY5" fmla="*/ 5740157 h 6882939"/>
              <a:gd name="connsiteX6" fmla="*/ 11254 w 2658092"/>
              <a:gd name="connsiteY6" fmla="*/ 1122218 h 6882939"/>
              <a:gd name="connsiteX0" fmla="*/ 11254 w 2667717"/>
              <a:gd name="connsiteY0" fmla="*/ 1122218 h 6882939"/>
              <a:gd name="connsiteX1" fmla="*/ 1199974 w 2667717"/>
              <a:gd name="connsiteY1" fmla="*/ 0 h 6882939"/>
              <a:gd name="connsiteX2" fmla="*/ 2648466 w 2667717"/>
              <a:gd name="connsiteY2" fmla="*/ 8313 h 6882939"/>
              <a:gd name="connsiteX3" fmla="*/ 2667717 w 2667717"/>
              <a:gd name="connsiteY3" fmla="*/ 6873751 h 6882939"/>
              <a:gd name="connsiteX4" fmla="*/ 1171973 w 2667717"/>
              <a:gd name="connsiteY4" fmla="*/ 6882939 h 6882939"/>
              <a:gd name="connsiteX5" fmla="*/ 315 w 2667717"/>
              <a:gd name="connsiteY5" fmla="*/ 5740157 h 6882939"/>
              <a:gd name="connsiteX6" fmla="*/ 11254 w 2667717"/>
              <a:gd name="connsiteY6" fmla="*/ 1122218 h 6882939"/>
              <a:gd name="connsiteX0" fmla="*/ 11254 w 2667717"/>
              <a:gd name="connsiteY0" fmla="*/ 1113905 h 6874626"/>
              <a:gd name="connsiteX1" fmla="*/ 786088 w 2667717"/>
              <a:gd name="connsiteY1" fmla="*/ 10938 h 6874626"/>
              <a:gd name="connsiteX2" fmla="*/ 2648466 w 2667717"/>
              <a:gd name="connsiteY2" fmla="*/ 0 h 6874626"/>
              <a:gd name="connsiteX3" fmla="*/ 2667717 w 2667717"/>
              <a:gd name="connsiteY3" fmla="*/ 6865438 h 6874626"/>
              <a:gd name="connsiteX4" fmla="*/ 1171973 w 2667717"/>
              <a:gd name="connsiteY4" fmla="*/ 6874626 h 6874626"/>
              <a:gd name="connsiteX5" fmla="*/ 315 w 2667717"/>
              <a:gd name="connsiteY5" fmla="*/ 5731844 h 6874626"/>
              <a:gd name="connsiteX6" fmla="*/ 11254 w 2667717"/>
              <a:gd name="connsiteY6" fmla="*/ 1113905 h 6874626"/>
              <a:gd name="connsiteX0" fmla="*/ 20772 w 2667609"/>
              <a:gd name="connsiteY0" fmla="*/ 0 h 6906127"/>
              <a:gd name="connsiteX1" fmla="*/ 785980 w 2667609"/>
              <a:gd name="connsiteY1" fmla="*/ 42439 h 6906127"/>
              <a:gd name="connsiteX2" fmla="*/ 2648358 w 2667609"/>
              <a:gd name="connsiteY2" fmla="*/ 31501 h 6906127"/>
              <a:gd name="connsiteX3" fmla="*/ 2667609 w 2667609"/>
              <a:gd name="connsiteY3" fmla="*/ 6896939 h 6906127"/>
              <a:gd name="connsiteX4" fmla="*/ 1171865 w 2667609"/>
              <a:gd name="connsiteY4" fmla="*/ 6906127 h 6906127"/>
              <a:gd name="connsiteX5" fmla="*/ 207 w 2667609"/>
              <a:gd name="connsiteY5" fmla="*/ 5763345 h 6906127"/>
              <a:gd name="connsiteX6" fmla="*/ 20772 w 2667609"/>
              <a:gd name="connsiteY6" fmla="*/ 0 h 6906127"/>
              <a:gd name="connsiteX0" fmla="*/ 30344 w 2667556"/>
              <a:gd name="connsiteY0" fmla="*/ 0 h 6896502"/>
              <a:gd name="connsiteX1" fmla="*/ 785927 w 2667556"/>
              <a:gd name="connsiteY1" fmla="*/ 32814 h 6896502"/>
              <a:gd name="connsiteX2" fmla="*/ 2648305 w 2667556"/>
              <a:gd name="connsiteY2" fmla="*/ 21876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5687 h 6902189"/>
              <a:gd name="connsiteX1" fmla="*/ 824428 w 2667556"/>
              <a:gd name="connsiteY1" fmla="*/ 0 h 6902189"/>
              <a:gd name="connsiteX2" fmla="*/ 2648305 w 2667556"/>
              <a:gd name="connsiteY2" fmla="*/ 27563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5687 h 6902189"/>
              <a:gd name="connsiteX1" fmla="*/ 824428 w 2667556"/>
              <a:gd name="connsiteY1" fmla="*/ 0 h 6902189"/>
              <a:gd name="connsiteX2" fmla="*/ 2657930 w 2667556"/>
              <a:gd name="connsiteY2" fmla="*/ 1769736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0 h 6896502"/>
              <a:gd name="connsiteX1" fmla="*/ 737801 w 2667556"/>
              <a:gd name="connsiteY1" fmla="*/ 13564 h 6896502"/>
              <a:gd name="connsiteX2" fmla="*/ 2657930 w 2667556"/>
              <a:gd name="connsiteY2" fmla="*/ 1764049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0 h 6896502"/>
              <a:gd name="connsiteX1" fmla="*/ 737801 w 2667556"/>
              <a:gd name="connsiteY1" fmla="*/ 13564 h 6896502"/>
              <a:gd name="connsiteX2" fmla="*/ 2648305 w 2667556"/>
              <a:gd name="connsiteY2" fmla="*/ 1792924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1988 w 2639200"/>
              <a:gd name="connsiteY0" fmla="*/ 0 h 6896502"/>
              <a:gd name="connsiteX1" fmla="*/ 709445 w 2639200"/>
              <a:gd name="connsiteY1" fmla="*/ 13564 h 6896502"/>
              <a:gd name="connsiteX2" fmla="*/ 2619949 w 2639200"/>
              <a:gd name="connsiteY2" fmla="*/ 1792924 h 6896502"/>
              <a:gd name="connsiteX3" fmla="*/ 2639200 w 2639200"/>
              <a:gd name="connsiteY3" fmla="*/ 6887314 h 6896502"/>
              <a:gd name="connsiteX4" fmla="*/ 1143456 w 2639200"/>
              <a:gd name="connsiteY4" fmla="*/ 6896502 h 6896502"/>
              <a:gd name="connsiteX5" fmla="*/ 674 w 2639200"/>
              <a:gd name="connsiteY5" fmla="*/ 6879876 h 6896502"/>
              <a:gd name="connsiteX6" fmla="*/ 1988 w 2639200"/>
              <a:gd name="connsiteY6" fmla="*/ 0 h 6896502"/>
              <a:gd name="connsiteX0" fmla="*/ 1988 w 2639200"/>
              <a:gd name="connsiteY0" fmla="*/ 0 h 6887314"/>
              <a:gd name="connsiteX1" fmla="*/ 709445 w 2639200"/>
              <a:gd name="connsiteY1" fmla="*/ 13564 h 6887314"/>
              <a:gd name="connsiteX2" fmla="*/ 2619949 w 2639200"/>
              <a:gd name="connsiteY2" fmla="*/ 1792924 h 6887314"/>
              <a:gd name="connsiteX3" fmla="*/ 2639200 w 2639200"/>
              <a:gd name="connsiteY3" fmla="*/ 6887314 h 6887314"/>
              <a:gd name="connsiteX4" fmla="*/ 796947 w 2639200"/>
              <a:gd name="connsiteY4" fmla="*/ 6886877 h 6887314"/>
              <a:gd name="connsiteX5" fmla="*/ 674 w 2639200"/>
              <a:gd name="connsiteY5" fmla="*/ 6879876 h 6887314"/>
              <a:gd name="connsiteX6" fmla="*/ 1988 w 2639200"/>
              <a:gd name="connsiteY6" fmla="*/ 0 h 6887314"/>
              <a:gd name="connsiteX0" fmla="*/ 1988 w 2639200"/>
              <a:gd name="connsiteY0" fmla="*/ 0 h 6886877"/>
              <a:gd name="connsiteX1" fmla="*/ 709445 w 2639200"/>
              <a:gd name="connsiteY1" fmla="*/ 13564 h 6886877"/>
              <a:gd name="connsiteX2" fmla="*/ 2619949 w 2639200"/>
              <a:gd name="connsiteY2" fmla="*/ 1792924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89253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41127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48825"/>
              <a:gd name="connsiteY0" fmla="*/ 0 h 6886877"/>
              <a:gd name="connsiteX1" fmla="*/ 709445 w 2648825"/>
              <a:gd name="connsiteY1" fmla="*/ 13564 h 6886877"/>
              <a:gd name="connsiteX2" fmla="*/ 2600699 w 2648825"/>
              <a:gd name="connsiteY2" fmla="*/ 41127 h 6886877"/>
              <a:gd name="connsiteX3" fmla="*/ 2648825 w 2648825"/>
              <a:gd name="connsiteY3" fmla="*/ 5087389 h 6886877"/>
              <a:gd name="connsiteX4" fmla="*/ 796947 w 2648825"/>
              <a:gd name="connsiteY4" fmla="*/ 6886877 h 6886877"/>
              <a:gd name="connsiteX5" fmla="*/ 674 w 2648825"/>
              <a:gd name="connsiteY5" fmla="*/ 6879876 h 6886877"/>
              <a:gd name="connsiteX6" fmla="*/ 1988 w 2648825"/>
              <a:gd name="connsiteY6" fmla="*/ 0 h 6886877"/>
              <a:gd name="connsiteX0" fmla="*/ 1988 w 2648825"/>
              <a:gd name="connsiteY0" fmla="*/ 1189594 h 6873313"/>
              <a:gd name="connsiteX1" fmla="*/ 709445 w 2648825"/>
              <a:gd name="connsiteY1" fmla="*/ 0 h 6873313"/>
              <a:gd name="connsiteX2" fmla="*/ 2600699 w 2648825"/>
              <a:gd name="connsiteY2" fmla="*/ 27563 h 6873313"/>
              <a:gd name="connsiteX3" fmla="*/ 2648825 w 2648825"/>
              <a:gd name="connsiteY3" fmla="*/ 5073825 h 6873313"/>
              <a:gd name="connsiteX4" fmla="*/ 796947 w 2648825"/>
              <a:gd name="connsiteY4" fmla="*/ 6873313 h 6873313"/>
              <a:gd name="connsiteX5" fmla="*/ 674 w 2648825"/>
              <a:gd name="connsiteY5" fmla="*/ 6866312 h 6873313"/>
              <a:gd name="connsiteX6" fmla="*/ 1988 w 2648825"/>
              <a:gd name="connsiteY6" fmla="*/ 1189594 h 6873313"/>
              <a:gd name="connsiteX0" fmla="*/ 1988 w 2648825"/>
              <a:gd name="connsiteY0" fmla="*/ 1162031 h 6845750"/>
              <a:gd name="connsiteX1" fmla="*/ 1171458 w 2648825"/>
              <a:gd name="connsiteY1" fmla="*/ 1313 h 6845750"/>
              <a:gd name="connsiteX2" fmla="*/ 2600699 w 2648825"/>
              <a:gd name="connsiteY2" fmla="*/ 0 h 6845750"/>
              <a:gd name="connsiteX3" fmla="*/ 2648825 w 2648825"/>
              <a:gd name="connsiteY3" fmla="*/ 5046262 h 6845750"/>
              <a:gd name="connsiteX4" fmla="*/ 796947 w 2648825"/>
              <a:gd name="connsiteY4" fmla="*/ 6845750 h 6845750"/>
              <a:gd name="connsiteX5" fmla="*/ 674 w 2648825"/>
              <a:gd name="connsiteY5" fmla="*/ 6838749 h 6845750"/>
              <a:gd name="connsiteX6" fmla="*/ 1988 w 2648825"/>
              <a:gd name="connsiteY6" fmla="*/ 1162031 h 6845750"/>
              <a:gd name="connsiteX0" fmla="*/ 0 w 2646837"/>
              <a:gd name="connsiteY0" fmla="*/ 1162031 h 6845750"/>
              <a:gd name="connsiteX1" fmla="*/ 1169470 w 2646837"/>
              <a:gd name="connsiteY1" fmla="*/ 1313 h 6845750"/>
              <a:gd name="connsiteX2" fmla="*/ 2598711 w 2646837"/>
              <a:gd name="connsiteY2" fmla="*/ 0 h 6845750"/>
              <a:gd name="connsiteX3" fmla="*/ 2646837 w 2646837"/>
              <a:gd name="connsiteY3" fmla="*/ 5046262 h 6845750"/>
              <a:gd name="connsiteX4" fmla="*/ 794959 w 2646837"/>
              <a:gd name="connsiteY4" fmla="*/ 6845750 h 6845750"/>
              <a:gd name="connsiteX5" fmla="*/ 8311 w 2646837"/>
              <a:gd name="connsiteY5" fmla="*/ 6838749 h 6845750"/>
              <a:gd name="connsiteX6" fmla="*/ 0 w 2646837"/>
              <a:gd name="connsiteY6" fmla="*/ 1162031 h 6845750"/>
              <a:gd name="connsiteX0" fmla="*/ 0 w 2637211"/>
              <a:gd name="connsiteY0" fmla="*/ 1162031 h 6845750"/>
              <a:gd name="connsiteX1" fmla="*/ 1169470 w 2637211"/>
              <a:gd name="connsiteY1" fmla="*/ 1313 h 6845750"/>
              <a:gd name="connsiteX2" fmla="*/ 2598711 w 2637211"/>
              <a:gd name="connsiteY2" fmla="*/ 0 h 6845750"/>
              <a:gd name="connsiteX3" fmla="*/ 2637211 w 2637211"/>
              <a:gd name="connsiteY3" fmla="*/ 5017386 h 6845750"/>
              <a:gd name="connsiteX4" fmla="*/ 794959 w 2637211"/>
              <a:gd name="connsiteY4" fmla="*/ 6845750 h 6845750"/>
              <a:gd name="connsiteX5" fmla="*/ 8311 w 2637211"/>
              <a:gd name="connsiteY5" fmla="*/ 6838749 h 6845750"/>
              <a:gd name="connsiteX6" fmla="*/ 0 w 2637211"/>
              <a:gd name="connsiteY6" fmla="*/ 1162031 h 6845750"/>
              <a:gd name="connsiteX0" fmla="*/ 0 w 2656461"/>
              <a:gd name="connsiteY0" fmla="*/ 1162031 h 6845750"/>
              <a:gd name="connsiteX1" fmla="*/ 1169470 w 2656461"/>
              <a:gd name="connsiteY1" fmla="*/ 1313 h 6845750"/>
              <a:gd name="connsiteX2" fmla="*/ 2598711 w 2656461"/>
              <a:gd name="connsiteY2" fmla="*/ 0 h 6845750"/>
              <a:gd name="connsiteX3" fmla="*/ 2656461 w 2656461"/>
              <a:gd name="connsiteY3" fmla="*/ 5017386 h 6845750"/>
              <a:gd name="connsiteX4" fmla="*/ 794959 w 2656461"/>
              <a:gd name="connsiteY4" fmla="*/ 6845750 h 6845750"/>
              <a:gd name="connsiteX5" fmla="*/ 8311 w 2656461"/>
              <a:gd name="connsiteY5" fmla="*/ 6838749 h 6845750"/>
              <a:gd name="connsiteX6" fmla="*/ 0 w 2656461"/>
              <a:gd name="connsiteY6" fmla="*/ 1162031 h 6845750"/>
              <a:gd name="connsiteX0" fmla="*/ 0 w 2656461"/>
              <a:gd name="connsiteY0" fmla="*/ 1200533 h 6884252"/>
              <a:gd name="connsiteX1" fmla="*/ 1169470 w 2656461"/>
              <a:gd name="connsiteY1" fmla="*/ 39815 h 6884252"/>
              <a:gd name="connsiteX2" fmla="*/ 2627586 w 2656461"/>
              <a:gd name="connsiteY2" fmla="*/ 0 h 6884252"/>
              <a:gd name="connsiteX3" fmla="*/ 2656461 w 2656461"/>
              <a:gd name="connsiteY3" fmla="*/ 5055888 h 6884252"/>
              <a:gd name="connsiteX4" fmla="*/ 794959 w 2656461"/>
              <a:gd name="connsiteY4" fmla="*/ 6884252 h 6884252"/>
              <a:gd name="connsiteX5" fmla="*/ 8311 w 2656461"/>
              <a:gd name="connsiteY5" fmla="*/ 6877251 h 6884252"/>
              <a:gd name="connsiteX6" fmla="*/ 0 w 2656461"/>
              <a:gd name="connsiteY6" fmla="*/ 1200533 h 6884252"/>
              <a:gd name="connsiteX0" fmla="*/ 0 w 2656461"/>
              <a:gd name="connsiteY0" fmla="*/ 1171657 h 6855376"/>
              <a:gd name="connsiteX1" fmla="*/ 1169470 w 2656461"/>
              <a:gd name="connsiteY1" fmla="*/ 10939 h 6855376"/>
              <a:gd name="connsiteX2" fmla="*/ 2608336 w 2656461"/>
              <a:gd name="connsiteY2" fmla="*/ 0 h 6855376"/>
              <a:gd name="connsiteX3" fmla="*/ 2656461 w 2656461"/>
              <a:gd name="connsiteY3" fmla="*/ 5027012 h 6855376"/>
              <a:gd name="connsiteX4" fmla="*/ 794959 w 2656461"/>
              <a:gd name="connsiteY4" fmla="*/ 6855376 h 6855376"/>
              <a:gd name="connsiteX5" fmla="*/ 8311 w 2656461"/>
              <a:gd name="connsiteY5" fmla="*/ 6848375 h 6855376"/>
              <a:gd name="connsiteX6" fmla="*/ 0 w 2656461"/>
              <a:gd name="connsiteY6" fmla="*/ 1171657 h 6855376"/>
              <a:gd name="connsiteX0" fmla="*/ 0 w 2656461"/>
              <a:gd name="connsiteY0" fmla="*/ 1160718 h 6844437"/>
              <a:gd name="connsiteX1" fmla="*/ 1169470 w 2656461"/>
              <a:gd name="connsiteY1" fmla="*/ 0 h 6844437"/>
              <a:gd name="connsiteX2" fmla="*/ 2617962 w 2656461"/>
              <a:gd name="connsiteY2" fmla="*/ 8312 h 6844437"/>
              <a:gd name="connsiteX3" fmla="*/ 2656461 w 2656461"/>
              <a:gd name="connsiteY3" fmla="*/ 5016073 h 6844437"/>
              <a:gd name="connsiteX4" fmla="*/ 794959 w 2656461"/>
              <a:gd name="connsiteY4" fmla="*/ 6844437 h 6844437"/>
              <a:gd name="connsiteX5" fmla="*/ 8311 w 2656461"/>
              <a:gd name="connsiteY5" fmla="*/ 6837436 h 6844437"/>
              <a:gd name="connsiteX6" fmla="*/ 0 w 2656461"/>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85337"/>
              <a:gd name="connsiteY0" fmla="*/ 1160718 h 6844437"/>
              <a:gd name="connsiteX1" fmla="*/ 1169470 w 2685337"/>
              <a:gd name="connsiteY1" fmla="*/ 0 h 6844437"/>
              <a:gd name="connsiteX2" fmla="*/ 2617962 w 2685337"/>
              <a:gd name="connsiteY2" fmla="*/ 8312 h 6844437"/>
              <a:gd name="connsiteX3" fmla="*/ 2685337 w 2685337"/>
              <a:gd name="connsiteY3" fmla="*/ 5054573 h 6844437"/>
              <a:gd name="connsiteX4" fmla="*/ 794959 w 2685337"/>
              <a:gd name="connsiteY4" fmla="*/ 6844437 h 6844437"/>
              <a:gd name="connsiteX5" fmla="*/ 8311 w 2685337"/>
              <a:gd name="connsiteY5" fmla="*/ 6837436 h 6844437"/>
              <a:gd name="connsiteX6" fmla="*/ 0 w 2685337"/>
              <a:gd name="connsiteY6" fmla="*/ 1160718 h 6844437"/>
              <a:gd name="connsiteX0" fmla="*/ 0 w 2637211"/>
              <a:gd name="connsiteY0" fmla="*/ 1160718 h 6844437"/>
              <a:gd name="connsiteX1" fmla="*/ 1169470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60718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22217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22217 h 6844437"/>
              <a:gd name="connsiteX1" fmla="*/ 1198346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52406 h 6874626"/>
              <a:gd name="connsiteX1" fmla="*/ 1198346 w 2637211"/>
              <a:gd name="connsiteY1" fmla="*/ 30189 h 6874626"/>
              <a:gd name="connsiteX2" fmla="*/ 2627587 w 2637211"/>
              <a:gd name="connsiteY2" fmla="*/ 0 h 6874626"/>
              <a:gd name="connsiteX3" fmla="*/ 2637211 w 2637211"/>
              <a:gd name="connsiteY3" fmla="*/ 5123263 h 6874626"/>
              <a:gd name="connsiteX4" fmla="*/ 794959 w 2637211"/>
              <a:gd name="connsiteY4" fmla="*/ 6874626 h 6874626"/>
              <a:gd name="connsiteX5" fmla="*/ 8311 w 2637211"/>
              <a:gd name="connsiteY5" fmla="*/ 6867625 h 6874626"/>
              <a:gd name="connsiteX6" fmla="*/ 0 w 2637211"/>
              <a:gd name="connsiteY6" fmla="*/ 1152406 h 6874626"/>
              <a:gd name="connsiteX0" fmla="*/ 0 w 2637211"/>
              <a:gd name="connsiteY0" fmla="*/ 1142781 h 6865001"/>
              <a:gd name="connsiteX1" fmla="*/ 1198346 w 2637211"/>
              <a:gd name="connsiteY1" fmla="*/ 20564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42781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29334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205071 w 2637211"/>
              <a:gd name="connsiteY1" fmla="*/ 393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3968 w 2637211"/>
              <a:gd name="connsiteY1" fmla="*/ 221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45368 h 6881035"/>
              <a:gd name="connsiteX1" fmla="*/ 1250702 w 2637211"/>
              <a:gd name="connsiteY1" fmla="*/ 0 h 6881035"/>
              <a:gd name="connsiteX2" fmla="*/ 2627587 w 2637211"/>
              <a:gd name="connsiteY2" fmla="*/ 16034 h 6881035"/>
              <a:gd name="connsiteX3" fmla="*/ 2637211 w 2637211"/>
              <a:gd name="connsiteY3" fmla="*/ 5129672 h 6881035"/>
              <a:gd name="connsiteX4" fmla="*/ 794959 w 2637211"/>
              <a:gd name="connsiteY4" fmla="*/ 6881035 h 6881035"/>
              <a:gd name="connsiteX5" fmla="*/ 8311 w 2637211"/>
              <a:gd name="connsiteY5" fmla="*/ 6874034 h 6881035"/>
              <a:gd name="connsiteX6" fmla="*/ 0 w 2637211"/>
              <a:gd name="connsiteY6" fmla="*/ 1145368 h 6881035"/>
              <a:gd name="connsiteX0" fmla="*/ 0 w 2637211"/>
              <a:gd name="connsiteY0" fmla="*/ 1129334 h 6865001"/>
              <a:gd name="connsiteX1" fmla="*/ 1159445 w 2637211"/>
              <a:gd name="connsiteY1" fmla="*/ 586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5796 w 2637211"/>
              <a:gd name="connsiteY1" fmla="*/ 392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135917 w 2628941"/>
              <a:gd name="connsiteY0" fmla="*/ 1182264 h 6865001"/>
              <a:gd name="connsiteX1" fmla="*/ 1147526 w 2628941"/>
              <a:gd name="connsiteY1" fmla="*/ 392 h 6865001"/>
              <a:gd name="connsiteX2" fmla="*/ 2619317 w 2628941"/>
              <a:gd name="connsiteY2" fmla="*/ 0 h 6865001"/>
              <a:gd name="connsiteX3" fmla="*/ 2628941 w 2628941"/>
              <a:gd name="connsiteY3" fmla="*/ 5113638 h 6865001"/>
              <a:gd name="connsiteX4" fmla="*/ 786689 w 2628941"/>
              <a:gd name="connsiteY4" fmla="*/ 6865001 h 6865001"/>
              <a:gd name="connsiteX5" fmla="*/ 41 w 2628941"/>
              <a:gd name="connsiteY5" fmla="*/ 6858000 h 6865001"/>
              <a:gd name="connsiteX6" fmla="*/ 135917 w 2628941"/>
              <a:gd name="connsiteY6" fmla="*/ 1182264 h 6865001"/>
              <a:gd name="connsiteX0" fmla="*/ 70244 w 2628974"/>
              <a:gd name="connsiteY0" fmla="*/ 1114733 h 6865001"/>
              <a:gd name="connsiteX1" fmla="*/ 1147559 w 2628974"/>
              <a:gd name="connsiteY1" fmla="*/ 392 h 6865001"/>
              <a:gd name="connsiteX2" fmla="*/ 2619350 w 2628974"/>
              <a:gd name="connsiteY2" fmla="*/ 0 h 6865001"/>
              <a:gd name="connsiteX3" fmla="*/ 2628974 w 2628974"/>
              <a:gd name="connsiteY3" fmla="*/ 5113638 h 6865001"/>
              <a:gd name="connsiteX4" fmla="*/ 786722 w 2628974"/>
              <a:gd name="connsiteY4" fmla="*/ 6865001 h 6865001"/>
              <a:gd name="connsiteX5" fmla="*/ 74 w 2628974"/>
              <a:gd name="connsiteY5" fmla="*/ 6858000 h 6865001"/>
              <a:gd name="connsiteX6" fmla="*/ 70244 w 2628974"/>
              <a:gd name="connsiteY6" fmla="*/ 1114733 h 6865001"/>
              <a:gd name="connsiteX0" fmla="*/ 0 w 2649987"/>
              <a:gd name="connsiteY0" fmla="*/ 1164012 h 6865001"/>
              <a:gd name="connsiteX1" fmla="*/ 1168572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221502 w 2649987"/>
              <a:gd name="connsiteY1" fmla="*/ 20468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168574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1531 w 2651518"/>
              <a:gd name="connsiteY0" fmla="*/ 1164012 h 6865001"/>
              <a:gd name="connsiteX1" fmla="*/ 1170105 w 2651518"/>
              <a:gd name="connsiteY1" fmla="*/ 392 h 6865001"/>
              <a:gd name="connsiteX2" fmla="*/ 2641894 w 2651518"/>
              <a:gd name="connsiteY2" fmla="*/ 0 h 6865001"/>
              <a:gd name="connsiteX3" fmla="*/ 2651518 w 2651518"/>
              <a:gd name="connsiteY3" fmla="*/ 5113638 h 6865001"/>
              <a:gd name="connsiteX4" fmla="*/ 809266 w 2651518"/>
              <a:gd name="connsiteY4" fmla="*/ 6865001 h 6865001"/>
              <a:gd name="connsiteX5" fmla="*/ 716 w 2651518"/>
              <a:gd name="connsiteY5" fmla="*/ 6859826 h 6865001"/>
              <a:gd name="connsiteX6" fmla="*/ 1531 w 2651518"/>
              <a:gd name="connsiteY6" fmla="*/ 1164012 h 6865001"/>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85539 w 2651518"/>
              <a:gd name="connsiteY4" fmla="*/ 680842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670554 w 2651518"/>
              <a:gd name="connsiteY4" fmla="*/ 674454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69112 w 2651518"/>
              <a:gd name="connsiteY4" fmla="*/ 6857700 h 6859826"/>
              <a:gd name="connsiteX5" fmla="*/ 716 w 2651518"/>
              <a:gd name="connsiteY5" fmla="*/ 6859826 h 6859826"/>
              <a:gd name="connsiteX6" fmla="*/ 1531 w 2651518"/>
              <a:gd name="connsiteY6" fmla="*/ 1164012 h 6859826"/>
              <a:gd name="connsiteX0" fmla="*/ 1531 w 2641975"/>
              <a:gd name="connsiteY0" fmla="*/ 1164012 h 6859826"/>
              <a:gd name="connsiteX1" fmla="*/ 1170105 w 2641975"/>
              <a:gd name="connsiteY1" fmla="*/ 392 h 6859826"/>
              <a:gd name="connsiteX2" fmla="*/ 2641894 w 2641975"/>
              <a:gd name="connsiteY2" fmla="*/ 0 h 6859826"/>
              <a:gd name="connsiteX3" fmla="*/ 2565736 w 2641975"/>
              <a:gd name="connsiteY3" fmla="*/ 5033332 h 6859826"/>
              <a:gd name="connsiteX4" fmla="*/ 769112 w 2641975"/>
              <a:gd name="connsiteY4" fmla="*/ 6857700 h 6859826"/>
              <a:gd name="connsiteX5" fmla="*/ 716 w 2641975"/>
              <a:gd name="connsiteY5" fmla="*/ 6859826 h 6859826"/>
              <a:gd name="connsiteX6" fmla="*/ 1531 w 2641975"/>
              <a:gd name="connsiteY6" fmla="*/ 1164012 h 6859826"/>
              <a:gd name="connsiteX0" fmla="*/ 1531 w 2642134"/>
              <a:gd name="connsiteY0" fmla="*/ 1164012 h 6859826"/>
              <a:gd name="connsiteX1" fmla="*/ 1170105 w 2642134"/>
              <a:gd name="connsiteY1" fmla="*/ 392 h 6859826"/>
              <a:gd name="connsiteX2" fmla="*/ 2641894 w 2642134"/>
              <a:gd name="connsiteY2" fmla="*/ 0 h 6859826"/>
              <a:gd name="connsiteX3" fmla="*/ 2627791 w 2642134"/>
              <a:gd name="connsiteY3" fmla="*/ 5073485 h 6859826"/>
              <a:gd name="connsiteX4" fmla="*/ 769112 w 2642134"/>
              <a:gd name="connsiteY4" fmla="*/ 6857700 h 6859826"/>
              <a:gd name="connsiteX5" fmla="*/ 716 w 2642134"/>
              <a:gd name="connsiteY5" fmla="*/ 6859826 h 6859826"/>
              <a:gd name="connsiteX6" fmla="*/ 1531 w 2642134"/>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5073485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374829 w 2631212"/>
              <a:gd name="connsiteY4" fmla="*/ 6832533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164012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612823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279164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0529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391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8780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06335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3000 h 6860003"/>
              <a:gd name="connsiteX1" fmla="*/ 1612685 w 2631212"/>
              <a:gd name="connsiteY1" fmla="*/ 0 h 6860003"/>
              <a:gd name="connsiteX2" fmla="*/ 2630843 w 2631212"/>
              <a:gd name="connsiteY2" fmla="*/ 177 h 6860003"/>
              <a:gd name="connsiteX3" fmla="*/ 2627791 w 2631212"/>
              <a:gd name="connsiteY3" fmla="*/ 4348014 h 6860003"/>
              <a:gd name="connsiteX4" fmla="*/ 716 w 2631212"/>
              <a:gd name="connsiteY4" fmla="*/ 6860003 h 6860003"/>
              <a:gd name="connsiteX5" fmla="*/ 1531 w 2631212"/>
              <a:gd name="connsiteY5" fmla="*/ 1613000 h 686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212" h="6860003">
                <a:moveTo>
                  <a:pt x="1531" y="1613000"/>
                </a:moveTo>
                <a:lnTo>
                  <a:pt x="1612685" y="0"/>
                </a:lnTo>
                <a:lnTo>
                  <a:pt x="2630843" y="177"/>
                </a:lnTo>
                <a:cubicBezTo>
                  <a:pt x="2634052" y="2285448"/>
                  <a:pt x="2614956" y="2081993"/>
                  <a:pt x="2627791" y="4348014"/>
                </a:cubicBezTo>
                <a:lnTo>
                  <a:pt x="716" y="6860003"/>
                </a:lnTo>
                <a:cubicBezTo>
                  <a:pt x="-2055" y="4945305"/>
                  <a:pt x="4302" y="3527698"/>
                  <a:pt x="1531" y="1613000"/>
                </a:cubicBezTo>
                <a:close/>
              </a:path>
            </a:pathLst>
          </a:custGeom>
          <a:blipFill>
            <a:blip r:embed="rId2" cstate="screen">
              <a:extLst>
                <a:ext uri="{28A0092B-C50C-407E-A947-70E740481C1C}">
                  <a14:useLocalDpi xmlns:a14="http://schemas.microsoft.com/office/drawing/2010/main"/>
                </a:ext>
              </a:extLst>
            </a:blip>
            <a:srcRect/>
            <a:stretch>
              <a:fillRect/>
            </a:stretch>
          </a:blipFill>
        </p:spPr>
        <p:txBody>
          <a:bodyPr/>
          <a:lstStyle>
            <a:lvl1pPr marL="0" indent="0" algn="ctr">
              <a:buFontTx/>
              <a:buNone/>
              <a:defRPr sz="800">
                <a:solidFill>
                  <a:schemeClr val="bg1"/>
                </a:solidFill>
              </a:defRPr>
            </a:lvl1pPr>
          </a:lstStyle>
          <a:p>
            <a:r>
              <a:rPr lang="en-US"/>
              <a:t>Click icon to add picture</a:t>
            </a:r>
            <a:endParaRPr lang="en-US" dirty="0"/>
          </a:p>
        </p:txBody>
      </p:sp>
      <p:sp>
        <p:nvSpPr>
          <p:cNvPr id="16" name="Rectangle 11">
            <a:extLst>
              <a:ext uri="{FF2B5EF4-FFF2-40B4-BE49-F238E27FC236}">
                <a16:creationId xmlns:a16="http://schemas.microsoft.com/office/drawing/2014/main" id="{A54B65CF-3E9B-491C-AACA-BBC7F5C4AA6C}"/>
              </a:ext>
            </a:extLst>
          </p:cNvPr>
          <p:cNvSpPr/>
          <p:nvPr userDrawn="1"/>
        </p:nvSpPr>
        <p:spPr>
          <a:xfrm rot="16200000">
            <a:off x="51868" y="4278656"/>
            <a:ext cx="2527477" cy="2631212"/>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7">
            <a:extLst>
              <a:ext uri="{FF2B5EF4-FFF2-40B4-BE49-F238E27FC236}">
                <a16:creationId xmlns:a16="http://schemas.microsoft.com/office/drawing/2014/main" id="{C3674737-51EF-4D01-A3DB-81C050646B76}"/>
              </a:ext>
            </a:extLst>
          </p:cNvPr>
          <p:cNvSpPr/>
          <p:nvPr userDrawn="1"/>
        </p:nvSpPr>
        <p:spPr>
          <a:xfrm rot="5400000">
            <a:off x="594" y="-594"/>
            <a:ext cx="1612863" cy="1614051"/>
          </a:xfrm>
          <a:custGeom>
            <a:avLst/>
            <a:gdLst>
              <a:gd name="connsiteX0" fmla="*/ 0 w 1170432"/>
              <a:gd name="connsiteY0" fmla="*/ 0 h 1171294"/>
              <a:gd name="connsiteX1" fmla="*/ 1170432 w 1170432"/>
              <a:gd name="connsiteY1" fmla="*/ 0 h 1171294"/>
              <a:gd name="connsiteX2" fmla="*/ 1170432 w 1170432"/>
              <a:gd name="connsiteY2" fmla="*/ 1171294 h 1171294"/>
              <a:gd name="connsiteX3" fmla="*/ 0 w 1170432"/>
              <a:gd name="connsiteY3" fmla="*/ 1171294 h 1171294"/>
              <a:gd name="connsiteX4" fmla="*/ 0 w 1170432"/>
              <a:gd name="connsiteY4" fmla="*/ 0 h 1171294"/>
              <a:gd name="connsiteX0" fmla="*/ 0 w 1170432"/>
              <a:gd name="connsiteY0" fmla="*/ 0 h 1171294"/>
              <a:gd name="connsiteX1" fmla="*/ 1170432 w 1170432"/>
              <a:gd name="connsiteY1" fmla="*/ 1171294 h 1171294"/>
              <a:gd name="connsiteX2" fmla="*/ 0 w 1170432"/>
              <a:gd name="connsiteY2" fmla="*/ 1171294 h 1171294"/>
              <a:gd name="connsiteX3" fmla="*/ 0 w 1170432"/>
              <a:gd name="connsiteY3" fmla="*/ 0 h 1171294"/>
            </a:gdLst>
            <a:ahLst/>
            <a:cxnLst>
              <a:cxn ang="0">
                <a:pos x="connsiteX0" y="connsiteY0"/>
              </a:cxn>
              <a:cxn ang="0">
                <a:pos x="connsiteX1" y="connsiteY1"/>
              </a:cxn>
              <a:cxn ang="0">
                <a:pos x="connsiteX2" y="connsiteY2"/>
              </a:cxn>
              <a:cxn ang="0">
                <a:pos x="connsiteX3" y="connsiteY3"/>
              </a:cxn>
            </a:cxnLst>
            <a:rect l="l" t="t" r="r" b="b"/>
            <a:pathLst>
              <a:path w="1170432" h="1171294">
                <a:moveTo>
                  <a:pt x="0" y="0"/>
                </a:moveTo>
                <a:lnTo>
                  <a:pt x="1170432" y="1171294"/>
                </a:lnTo>
                <a:lnTo>
                  <a:pt x="0" y="1171294"/>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52DCCA95-EC6D-4994-A42E-183C218EF9B8}"/>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D96A5B5B-93ED-4C69-968C-5C309B3D745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4177297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d_Sidebar Photo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3228478" y="283464"/>
            <a:ext cx="8084601" cy="112471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228478" y="1517904"/>
            <a:ext cx="8084601"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3079" y="6085840"/>
            <a:ext cx="510358" cy="508533"/>
          </a:xfrm>
        </p:spPr>
        <p:txBody>
          <a:bodyPr lIns="0" tIns="0" rIns="0" bIns="0" anchor="b"/>
          <a:lstStyle/>
          <a:p>
            <a:fld id="{CD6D25CF-0D6E-4844-B79B-06FF722D38A1}" type="slidenum">
              <a:rPr lang="en-US" smtClean="0"/>
              <a:t>‹#›</a:t>
            </a:fld>
            <a:endParaRPr lang="en-US" dirty="0"/>
          </a:p>
        </p:txBody>
      </p:sp>
      <p:sp>
        <p:nvSpPr>
          <p:cNvPr id="20" name="Picture Placeholder 3" descr="Several individuals document a process using post-it notes and large sheets of paper taped to a wall.">
            <a:extLst>
              <a:ext uri="{FF2B5EF4-FFF2-40B4-BE49-F238E27FC236}">
                <a16:creationId xmlns:a16="http://schemas.microsoft.com/office/drawing/2014/main" id="{9E8FB0E7-E9A9-4D9B-96B9-220167C50CA6}"/>
              </a:ext>
            </a:extLst>
          </p:cNvPr>
          <p:cNvSpPr>
            <a:spLocks noGrp="1"/>
          </p:cNvSpPr>
          <p:nvPr>
            <p:ph type="pic" sz="quarter" idx="14"/>
          </p:nvPr>
        </p:nvSpPr>
        <p:spPr>
          <a:xfrm>
            <a:off x="-1609" y="-178"/>
            <a:ext cx="2631213" cy="6860003"/>
          </a:xfrm>
          <a:custGeom>
            <a:avLst/>
            <a:gdLst>
              <a:gd name="connsiteX0" fmla="*/ 0 w 2628900"/>
              <a:gd name="connsiteY0" fmla="*/ 0 h 6858000"/>
              <a:gd name="connsiteX1" fmla="*/ 2628900 w 2628900"/>
              <a:gd name="connsiteY1" fmla="*/ 0 h 6858000"/>
              <a:gd name="connsiteX2" fmla="*/ 2628900 w 2628900"/>
              <a:gd name="connsiteY2" fmla="*/ 6858000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698269 w 2628900"/>
              <a:gd name="connsiteY3" fmla="*/ 6392487 h 6858000"/>
              <a:gd name="connsiteX4" fmla="*/ 0 w 2628900"/>
              <a:gd name="connsiteY4" fmla="*/ 6858000 h 6858000"/>
              <a:gd name="connsiteX5" fmla="*/ 0 w 2628900"/>
              <a:gd name="connsiteY5" fmla="*/ 0 h 6858000"/>
              <a:gd name="connsiteX0" fmla="*/ 0 w 2628900"/>
              <a:gd name="connsiteY0" fmla="*/ 0 h 6874626"/>
              <a:gd name="connsiteX1" fmla="*/ 2628900 w 2628900"/>
              <a:gd name="connsiteY1" fmla="*/ 0 h 6874626"/>
              <a:gd name="connsiteX2" fmla="*/ 2628900 w 2628900"/>
              <a:gd name="connsiteY2" fmla="*/ 5104014 h 6874626"/>
              <a:gd name="connsiteX3" fmla="*/ 748145 w 2628900"/>
              <a:gd name="connsiteY3" fmla="*/ 6874626 h 6874626"/>
              <a:gd name="connsiteX4" fmla="*/ 0 w 2628900"/>
              <a:gd name="connsiteY4" fmla="*/ 6858000 h 6874626"/>
              <a:gd name="connsiteX5" fmla="*/ 0 w 2628900"/>
              <a:gd name="connsiteY5" fmla="*/ 0 h 6874626"/>
              <a:gd name="connsiteX0" fmla="*/ 0 w 2637212"/>
              <a:gd name="connsiteY0" fmla="*/ 1113905 h 6874626"/>
              <a:gd name="connsiteX1" fmla="*/ 2637212 w 2637212"/>
              <a:gd name="connsiteY1" fmla="*/ 0 h 6874626"/>
              <a:gd name="connsiteX2" fmla="*/ 2637212 w 2637212"/>
              <a:gd name="connsiteY2" fmla="*/ 5104014 h 6874626"/>
              <a:gd name="connsiteX3" fmla="*/ 756457 w 2637212"/>
              <a:gd name="connsiteY3" fmla="*/ 6874626 h 6874626"/>
              <a:gd name="connsiteX4" fmla="*/ 8312 w 2637212"/>
              <a:gd name="connsiteY4" fmla="*/ 6858000 h 6874626"/>
              <a:gd name="connsiteX5" fmla="*/ 0 w 2637212"/>
              <a:gd name="connsiteY5" fmla="*/ 1113905 h 6874626"/>
              <a:gd name="connsiteX0" fmla="*/ 0 w 2637212"/>
              <a:gd name="connsiteY0" fmla="*/ 1113905 h 6874626"/>
              <a:gd name="connsiteX1" fmla="*/ 1695796 w 2637212"/>
              <a:gd name="connsiteY1" fmla="*/ 382385 h 6874626"/>
              <a:gd name="connsiteX2" fmla="*/ 2637212 w 2637212"/>
              <a:gd name="connsiteY2" fmla="*/ 0 h 6874626"/>
              <a:gd name="connsiteX3" fmla="*/ 2637212 w 2637212"/>
              <a:gd name="connsiteY3" fmla="*/ 5104014 h 6874626"/>
              <a:gd name="connsiteX4" fmla="*/ 756457 w 2637212"/>
              <a:gd name="connsiteY4" fmla="*/ 6874626 h 6874626"/>
              <a:gd name="connsiteX5" fmla="*/ 8312 w 2637212"/>
              <a:gd name="connsiteY5" fmla="*/ 6858000 h 6874626"/>
              <a:gd name="connsiteX6" fmla="*/ 0 w 2637212"/>
              <a:gd name="connsiteY6" fmla="*/ 1113905 h 6874626"/>
              <a:gd name="connsiteX0" fmla="*/ 0 w 2637212"/>
              <a:gd name="connsiteY0" fmla="*/ 1122218 h 6882939"/>
              <a:gd name="connsiteX1" fmla="*/ 1188720 w 2637212"/>
              <a:gd name="connsiteY1" fmla="*/ 0 h 6882939"/>
              <a:gd name="connsiteX2" fmla="*/ 2637212 w 2637212"/>
              <a:gd name="connsiteY2" fmla="*/ 8313 h 6882939"/>
              <a:gd name="connsiteX3" fmla="*/ 2637212 w 2637212"/>
              <a:gd name="connsiteY3" fmla="*/ 5112327 h 6882939"/>
              <a:gd name="connsiteX4" fmla="*/ 756457 w 2637212"/>
              <a:gd name="connsiteY4" fmla="*/ 6882939 h 6882939"/>
              <a:gd name="connsiteX5" fmla="*/ 8312 w 2637212"/>
              <a:gd name="connsiteY5" fmla="*/ 6866313 h 6882939"/>
              <a:gd name="connsiteX6" fmla="*/ 0 w 2637212"/>
              <a:gd name="connsiteY6" fmla="*/ 1122218 h 6882939"/>
              <a:gd name="connsiteX0" fmla="*/ 0 w 2646838"/>
              <a:gd name="connsiteY0" fmla="*/ 1122218 h 6882939"/>
              <a:gd name="connsiteX1" fmla="*/ 1188720 w 2646838"/>
              <a:gd name="connsiteY1" fmla="*/ 0 h 6882939"/>
              <a:gd name="connsiteX2" fmla="*/ 2637212 w 2646838"/>
              <a:gd name="connsiteY2" fmla="*/ 8313 h 6882939"/>
              <a:gd name="connsiteX3" fmla="*/ 2646838 w 2646838"/>
              <a:gd name="connsiteY3" fmla="*/ 6864125 h 6882939"/>
              <a:gd name="connsiteX4" fmla="*/ 756457 w 2646838"/>
              <a:gd name="connsiteY4" fmla="*/ 6882939 h 6882939"/>
              <a:gd name="connsiteX5" fmla="*/ 8312 w 2646838"/>
              <a:gd name="connsiteY5" fmla="*/ 6866313 h 6882939"/>
              <a:gd name="connsiteX6" fmla="*/ 0 w 2646838"/>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767711 w 2658092"/>
              <a:gd name="connsiteY4" fmla="*/ 6882939 h 6882939"/>
              <a:gd name="connsiteX5" fmla="*/ 315 w 2658092"/>
              <a:gd name="connsiteY5" fmla="*/ 5740157 h 6882939"/>
              <a:gd name="connsiteX6" fmla="*/ 11254 w 2658092"/>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1171973 w 2658092"/>
              <a:gd name="connsiteY4" fmla="*/ 6882939 h 6882939"/>
              <a:gd name="connsiteX5" fmla="*/ 315 w 2658092"/>
              <a:gd name="connsiteY5" fmla="*/ 5740157 h 6882939"/>
              <a:gd name="connsiteX6" fmla="*/ 11254 w 2658092"/>
              <a:gd name="connsiteY6" fmla="*/ 1122218 h 6882939"/>
              <a:gd name="connsiteX0" fmla="*/ 11254 w 2667717"/>
              <a:gd name="connsiteY0" fmla="*/ 1122218 h 6882939"/>
              <a:gd name="connsiteX1" fmla="*/ 1199974 w 2667717"/>
              <a:gd name="connsiteY1" fmla="*/ 0 h 6882939"/>
              <a:gd name="connsiteX2" fmla="*/ 2648466 w 2667717"/>
              <a:gd name="connsiteY2" fmla="*/ 8313 h 6882939"/>
              <a:gd name="connsiteX3" fmla="*/ 2667717 w 2667717"/>
              <a:gd name="connsiteY3" fmla="*/ 6873751 h 6882939"/>
              <a:gd name="connsiteX4" fmla="*/ 1171973 w 2667717"/>
              <a:gd name="connsiteY4" fmla="*/ 6882939 h 6882939"/>
              <a:gd name="connsiteX5" fmla="*/ 315 w 2667717"/>
              <a:gd name="connsiteY5" fmla="*/ 5740157 h 6882939"/>
              <a:gd name="connsiteX6" fmla="*/ 11254 w 2667717"/>
              <a:gd name="connsiteY6" fmla="*/ 1122218 h 6882939"/>
              <a:gd name="connsiteX0" fmla="*/ 11254 w 2667717"/>
              <a:gd name="connsiteY0" fmla="*/ 1113905 h 6874626"/>
              <a:gd name="connsiteX1" fmla="*/ 786088 w 2667717"/>
              <a:gd name="connsiteY1" fmla="*/ 10938 h 6874626"/>
              <a:gd name="connsiteX2" fmla="*/ 2648466 w 2667717"/>
              <a:gd name="connsiteY2" fmla="*/ 0 h 6874626"/>
              <a:gd name="connsiteX3" fmla="*/ 2667717 w 2667717"/>
              <a:gd name="connsiteY3" fmla="*/ 6865438 h 6874626"/>
              <a:gd name="connsiteX4" fmla="*/ 1171973 w 2667717"/>
              <a:gd name="connsiteY4" fmla="*/ 6874626 h 6874626"/>
              <a:gd name="connsiteX5" fmla="*/ 315 w 2667717"/>
              <a:gd name="connsiteY5" fmla="*/ 5731844 h 6874626"/>
              <a:gd name="connsiteX6" fmla="*/ 11254 w 2667717"/>
              <a:gd name="connsiteY6" fmla="*/ 1113905 h 6874626"/>
              <a:gd name="connsiteX0" fmla="*/ 20772 w 2667609"/>
              <a:gd name="connsiteY0" fmla="*/ 0 h 6906127"/>
              <a:gd name="connsiteX1" fmla="*/ 785980 w 2667609"/>
              <a:gd name="connsiteY1" fmla="*/ 42439 h 6906127"/>
              <a:gd name="connsiteX2" fmla="*/ 2648358 w 2667609"/>
              <a:gd name="connsiteY2" fmla="*/ 31501 h 6906127"/>
              <a:gd name="connsiteX3" fmla="*/ 2667609 w 2667609"/>
              <a:gd name="connsiteY3" fmla="*/ 6896939 h 6906127"/>
              <a:gd name="connsiteX4" fmla="*/ 1171865 w 2667609"/>
              <a:gd name="connsiteY4" fmla="*/ 6906127 h 6906127"/>
              <a:gd name="connsiteX5" fmla="*/ 207 w 2667609"/>
              <a:gd name="connsiteY5" fmla="*/ 5763345 h 6906127"/>
              <a:gd name="connsiteX6" fmla="*/ 20772 w 2667609"/>
              <a:gd name="connsiteY6" fmla="*/ 0 h 6906127"/>
              <a:gd name="connsiteX0" fmla="*/ 30344 w 2667556"/>
              <a:gd name="connsiteY0" fmla="*/ 0 h 6896502"/>
              <a:gd name="connsiteX1" fmla="*/ 785927 w 2667556"/>
              <a:gd name="connsiteY1" fmla="*/ 32814 h 6896502"/>
              <a:gd name="connsiteX2" fmla="*/ 2648305 w 2667556"/>
              <a:gd name="connsiteY2" fmla="*/ 21876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5687 h 6902189"/>
              <a:gd name="connsiteX1" fmla="*/ 824428 w 2667556"/>
              <a:gd name="connsiteY1" fmla="*/ 0 h 6902189"/>
              <a:gd name="connsiteX2" fmla="*/ 2648305 w 2667556"/>
              <a:gd name="connsiteY2" fmla="*/ 27563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5687 h 6902189"/>
              <a:gd name="connsiteX1" fmla="*/ 824428 w 2667556"/>
              <a:gd name="connsiteY1" fmla="*/ 0 h 6902189"/>
              <a:gd name="connsiteX2" fmla="*/ 2657930 w 2667556"/>
              <a:gd name="connsiteY2" fmla="*/ 1769736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0 h 6896502"/>
              <a:gd name="connsiteX1" fmla="*/ 737801 w 2667556"/>
              <a:gd name="connsiteY1" fmla="*/ 13564 h 6896502"/>
              <a:gd name="connsiteX2" fmla="*/ 2657930 w 2667556"/>
              <a:gd name="connsiteY2" fmla="*/ 1764049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0 h 6896502"/>
              <a:gd name="connsiteX1" fmla="*/ 737801 w 2667556"/>
              <a:gd name="connsiteY1" fmla="*/ 13564 h 6896502"/>
              <a:gd name="connsiteX2" fmla="*/ 2648305 w 2667556"/>
              <a:gd name="connsiteY2" fmla="*/ 1792924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1988 w 2639200"/>
              <a:gd name="connsiteY0" fmla="*/ 0 h 6896502"/>
              <a:gd name="connsiteX1" fmla="*/ 709445 w 2639200"/>
              <a:gd name="connsiteY1" fmla="*/ 13564 h 6896502"/>
              <a:gd name="connsiteX2" fmla="*/ 2619949 w 2639200"/>
              <a:gd name="connsiteY2" fmla="*/ 1792924 h 6896502"/>
              <a:gd name="connsiteX3" fmla="*/ 2639200 w 2639200"/>
              <a:gd name="connsiteY3" fmla="*/ 6887314 h 6896502"/>
              <a:gd name="connsiteX4" fmla="*/ 1143456 w 2639200"/>
              <a:gd name="connsiteY4" fmla="*/ 6896502 h 6896502"/>
              <a:gd name="connsiteX5" fmla="*/ 674 w 2639200"/>
              <a:gd name="connsiteY5" fmla="*/ 6879876 h 6896502"/>
              <a:gd name="connsiteX6" fmla="*/ 1988 w 2639200"/>
              <a:gd name="connsiteY6" fmla="*/ 0 h 6896502"/>
              <a:gd name="connsiteX0" fmla="*/ 1988 w 2639200"/>
              <a:gd name="connsiteY0" fmla="*/ 0 h 6887314"/>
              <a:gd name="connsiteX1" fmla="*/ 709445 w 2639200"/>
              <a:gd name="connsiteY1" fmla="*/ 13564 h 6887314"/>
              <a:gd name="connsiteX2" fmla="*/ 2619949 w 2639200"/>
              <a:gd name="connsiteY2" fmla="*/ 1792924 h 6887314"/>
              <a:gd name="connsiteX3" fmla="*/ 2639200 w 2639200"/>
              <a:gd name="connsiteY3" fmla="*/ 6887314 h 6887314"/>
              <a:gd name="connsiteX4" fmla="*/ 796947 w 2639200"/>
              <a:gd name="connsiteY4" fmla="*/ 6886877 h 6887314"/>
              <a:gd name="connsiteX5" fmla="*/ 674 w 2639200"/>
              <a:gd name="connsiteY5" fmla="*/ 6879876 h 6887314"/>
              <a:gd name="connsiteX6" fmla="*/ 1988 w 2639200"/>
              <a:gd name="connsiteY6" fmla="*/ 0 h 6887314"/>
              <a:gd name="connsiteX0" fmla="*/ 1988 w 2639200"/>
              <a:gd name="connsiteY0" fmla="*/ 0 h 6886877"/>
              <a:gd name="connsiteX1" fmla="*/ 709445 w 2639200"/>
              <a:gd name="connsiteY1" fmla="*/ 13564 h 6886877"/>
              <a:gd name="connsiteX2" fmla="*/ 2619949 w 2639200"/>
              <a:gd name="connsiteY2" fmla="*/ 1792924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89253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41127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48825"/>
              <a:gd name="connsiteY0" fmla="*/ 0 h 6886877"/>
              <a:gd name="connsiteX1" fmla="*/ 709445 w 2648825"/>
              <a:gd name="connsiteY1" fmla="*/ 13564 h 6886877"/>
              <a:gd name="connsiteX2" fmla="*/ 2600699 w 2648825"/>
              <a:gd name="connsiteY2" fmla="*/ 41127 h 6886877"/>
              <a:gd name="connsiteX3" fmla="*/ 2648825 w 2648825"/>
              <a:gd name="connsiteY3" fmla="*/ 5087389 h 6886877"/>
              <a:gd name="connsiteX4" fmla="*/ 796947 w 2648825"/>
              <a:gd name="connsiteY4" fmla="*/ 6886877 h 6886877"/>
              <a:gd name="connsiteX5" fmla="*/ 674 w 2648825"/>
              <a:gd name="connsiteY5" fmla="*/ 6879876 h 6886877"/>
              <a:gd name="connsiteX6" fmla="*/ 1988 w 2648825"/>
              <a:gd name="connsiteY6" fmla="*/ 0 h 6886877"/>
              <a:gd name="connsiteX0" fmla="*/ 1988 w 2648825"/>
              <a:gd name="connsiteY0" fmla="*/ 1189594 h 6873313"/>
              <a:gd name="connsiteX1" fmla="*/ 709445 w 2648825"/>
              <a:gd name="connsiteY1" fmla="*/ 0 h 6873313"/>
              <a:gd name="connsiteX2" fmla="*/ 2600699 w 2648825"/>
              <a:gd name="connsiteY2" fmla="*/ 27563 h 6873313"/>
              <a:gd name="connsiteX3" fmla="*/ 2648825 w 2648825"/>
              <a:gd name="connsiteY3" fmla="*/ 5073825 h 6873313"/>
              <a:gd name="connsiteX4" fmla="*/ 796947 w 2648825"/>
              <a:gd name="connsiteY4" fmla="*/ 6873313 h 6873313"/>
              <a:gd name="connsiteX5" fmla="*/ 674 w 2648825"/>
              <a:gd name="connsiteY5" fmla="*/ 6866312 h 6873313"/>
              <a:gd name="connsiteX6" fmla="*/ 1988 w 2648825"/>
              <a:gd name="connsiteY6" fmla="*/ 1189594 h 6873313"/>
              <a:gd name="connsiteX0" fmla="*/ 1988 w 2648825"/>
              <a:gd name="connsiteY0" fmla="*/ 1162031 h 6845750"/>
              <a:gd name="connsiteX1" fmla="*/ 1171458 w 2648825"/>
              <a:gd name="connsiteY1" fmla="*/ 1313 h 6845750"/>
              <a:gd name="connsiteX2" fmla="*/ 2600699 w 2648825"/>
              <a:gd name="connsiteY2" fmla="*/ 0 h 6845750"/>
              <a:gd name="connsiteX3" fmla="*/ 2648825 w 2648825"/>
              <a:gd name="connsiteY3" fmla="*/ 5046262 h 6845750"/>
              <a:gd name="connsiteX4" fmla="*/ 796947 w 2648825"/>
              <a:gd name="connsiteY4" fmla="*/ 6845750 h 6845750"/>
              <a:gd name="connsiteX5" fmla="*/ 674 w 2648825"/>
              <a:gd name="connsiteY5" fmla="*/ 6838749 h 6845750"/>
              <a:gd name="connsiteX6" fmla="*/ 1988 w 2648825"/>
              <a:gd name="connsiteY6" fmla="*/ 1162031 h 6845750"/>
              <a:gd name="connsiteX0" fmla="*/ 0 w 2646837"/>
              <a:gd name="connsiteY0" fmla="*/ 1162031 h 6845750"/>
              <a:gd name="connsiteX1" fmla="*/ 1169470 w 2646837"/>
              <a:gd name="connsiteY1" fmla="*/ 1313 h 6845750"/>
              <a:gd name="connsiteX2" fmla="*/ 2598711 w 2646837"/>
              <a:gd name="connsiteY2" fmla="*/ 0 h 6845750"/>
              <a:gd name="connsiteX3" fmla="*/ 2646837 w 2646837"/>
              <a:gd name="connsiteY3" fmla="*/ 5046262 h 6845750"/>
              <a:gd name="connsiteX4" fmla="*/ 794959 w 2646837"/>
              <a:gd name="connsiteY4" fmla="*/ 6845750 h 6845750"/>
              <a:gd name="connsiteX5" fmla="*/ 8311 w 2646837"/>
              <a:gd name="connsiteY5" fmla="*/ 6838749 h 6845750"/>
              <a:gd name="connsiteX6" fmla="*/ 0 w 2646837"/>
              <a:gd name="connsiteY6" fmla="*/ 1162031 h 6845750"/>
              <a:gd name="connsiteX0" fmla="*/ 0 w 2637211"/>
              <a:gd name="connsiteY0" fmla="*/ 1162031 h 6845750"/>
              <a:gd name="connsiteX1" fmla="*/ 1169470 w 2637211"/>
              <a:gd name="connsiteY1" fmla="*/ 1313 h 6845750"/>
              <a:gd name="connsiteX2" fmla="*/ 2598711 w 2637211"/>
              <a:gd name="connsiteY2" fmla="*/ 0 h 6845750"/>
              <a:gd name="connsiteX3" fmla="*/ 2637211 w 2637211"/>
              <a:gd name="connsiteY3" fmla="*/ 5017386 h 6845750"/>
              <a:gd name="connsiteX4" fmla="*/ 794959 w 2637211"/>
              <a:gd name="connsiteY4" fmla="*/ 6845750 h 6845750"/>
              <a:gd name="connsiteX5" fmla="*/ 8311 w 2637211"/>
              <a:gd name="connsiteY5" fmla="*/ 6838749 h 6845750"/>
              <a:gd name="connsiteX6" fmla="*/ 0 w 2637211"/>
              <a:gd name="connsiteY6" fmla="*/ 1162031 h 6845750"/>
              <a:gd name="connsiteX0" fmla="*/ 0 w 2656461"/>
              <a:gd name="connsiteY0" fmla="*/ 1162031 h 6845750"/>
              <a:gd name="connsiteX1" fmla="*/ 1169470 w 2656461"/>
              <a:gd name="connsiteY1" fmla="*/ 1313 h 6845750"/>
              <a:gd name="connsiteX2" fmla="*/ 2598711 w 2656461"/>
              <a:gd name="connsiteY2" fmla="*/ 0 h 6845750"/>
              <a:gd name="connsiteX3" fmla="*/ 2656461 w 2656461"/>
              <a:gd name="connsiteY3" fmla="*/ 5017386 h 6845750"/>
              <a:gd name="connsiteX4" fmla="*/ 794959 w 2656461"/>
              <a:gd name="connsiteY4" fmla="*/ 6845750 h 6845750"/>
              <a:gd name="connsiteX5" fmla="*/ 8311 w 2656461"/>
              <a:gd name="connsiteY5" fmla="*/ 6838749 h 6845750"/>
              <a:gd name="connsiteX6" fmla="*/ 0 w 2656461"/>
              <a:gd name="connsiteY6" fmla="*/ 1162031 h 6845750"/>
              <a:gd name="connsiteX0" fmla="*/ 0 w 2656461"/>
              <a:gd name="connsiteY0" fmla="*/ 1200533 h 6884252"/>
              <a:gd name="connsiteX1" fmla="*/ 1169470 w 2656461"/>
              <a:gd name="connsiteY1" fmla="*/ 39815 h 6884252"/>
              <a:gd name="connsiteX2" fmla="*/ 2627586 w 2656461"/>
              <a:gd name="connsiteY2" fmla="*/ 0 h 6884252"/>
              <a:gd name="connsiteX3" fmla="*/ 2656461 w 2656461"/>
              <a:gd name="connsiteY3" fmla="*/ 5055888 h 6884252"/>
              <a:gd name="connsiteX4" fmla="*/ 794959 w 2656461"/>
              <a:gd name="connsiteY4" fmla="*/ 6884252 h 6884252"/>
              <a:gd name="connsiteX5" fmla="*/ 8311 w 2656461"/>
              <a:gd name="connsiteY5" fmla="*/ 6877251 h 6884252"/>
              <a:gd name="connsiteX6" fmla="*/ 0 w 2656461"/>
              <a:gd name="connsiteY6" fmla="*/ 1200533 h 6884252"/>
              <a:gd name="connsiteX0" fmla="*/ 0 w 2656461"/>
              <a:gd name="connsiteY0" fmla="*/ 1171657 h 6855376"/>
              <a:gd name="connsiteX1" fmla="*/ 1169470 w 2656461"/>
              <a:gd name="connsiteY1" fmla="*/ 10939 h 6855376"/>
              <a:gd name="connsiteX2" fmla="*/ 2608336 w 2656461"/>
              <a:gd name="connsiteY2" fmla="*/ 0 h 6855376"/>
              <a:gd name="connsiteX3" fmla="*/ 2656461 w 2656461"/>
              <a:gd name="connsiteY3" fmla="*/ 5027012 h 6855376"/>
              <a:gd name="connsiteX4" fmla="*/ 794959 w 2656461"/>
              <a:gd name="connsiteY4" fmla="*/ 6855376 h 6855376"/>
              <a:gd name="connsiteX5" fmla="*/ 8311 w 2656461"/>
              <a:gd name="connsiteY5" fmla="*/ 6848375 h 6855376"/>
              <a:gd name="connsiteX6" fmla="*/ 0 w 2656461"/>
              <a:gd name="connsiteY6" fmla="*/ 1171657 h 6855376"/>
              <a:gd name="connsiteX0" fmla="*/ 0 w 2656461"/>
              <a:gd name="connsiteY0" fmla="*/ 1160718 h 6844437"/>
              <a:gd name="connsiteX1" fmla="*/ 1169470 w 2656461"/>
              <a:gd name="connsiteY1" fmla="*/ 0 h 6844437"/>
              <a:gd name="connsiteX2" fmla="*/ 2617962 w 2656461"/>
              <a:gd name="connsiteY2" fmla="*/ 8312 h 6844437"/>
              <a:gd name="connsiteX3" fmla="*/ 2656461 w 2656461"/>
              <a:gd name="connsiteY3" fmla="*/ 5016073 h 6844437"/>
              <a:gd name="connsiteX4" fmla="*/ 794959 w 2656461"/>
              <a:gd name="connsiteY4" fmla="*/ 6844437 h 6844437"/>
              <a:gd name="connsiteX5" fmla="*/ 8311 w 2656461"/>
              <a:gd name="connsiteY5" fmla="*/ 6837436 h 6844437"/>
              <a:gd name="connsiteX6" fmla="*/ 0 w 2656461"/>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85337"/>
              <a:gd name="connsiteY0" fmla="*/ 1160718 h 6844437"/>
              <a:gd name="connsiteX1" fmla="*/ 1169470 w 2685337"/>
              <a:gd name="connsiteY1" fmla="*/ 0 h 6844437"/>
              <a:gd name="connsiteX2" fmla="*/ 2617962 w 2685337"/>
              <a:gd name="connsiteY2" fmla="*/ 8312 h 6844437"/>
              <a:gd name="connsiteX3" fmla="*/ 2685337 w 2685337"/>
              <a:gd name="connsiteY3" fmla="*/ 5054573 h 6844437"/>
              <a:gd name="connsiteX4" fmla="*/ 794959 w 2685337"/>
              <a:gd name="connsiteY4" fmla="*/ 6844437 h 6844437"/>
              <a:gd name="connsiteX5" fmla="*/ 8311 w 2685337"/>
              <a:gd name="connsiteY5" fmla="*/ 6837436 h 6844437"/>
              <a:gd name="connsiteX6" fmla="*/ 0 w 2685337"/>
              <a:gd name="connsiteY6" fmla="*/ 1160718 h 6844437"/>
              <a:gd name="connsiteX0" fmla="*/ 0 w 2637211"/>
              <a:gd name="connsiteY0" fmla="*/ 1160718 h 6844437"/>
              <a:gd name="connsiteX1" fmla="*/ 1169470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60718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22217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22217 h 6844437"/>
              <a:gd name="connsiteX1" fmla="*/ 1198346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52406 h 6874626"/>
              <a:gd name="connsiteX1" fmla="*/ 1198346 w 2637211"/>
              <a:gd name="connsiteY1" fmla="*/ 30189 h 6874626"/>
              <a:gd name="connsiteX2" fmla="*/ 2627587 w 2637211"/>
              <a:gd name="connsiteY2" fmla="*/ 0 h 6874626"/>
              <a:gd name="connsiteX3" fmla="*/ 2637211 w 2637211"/>
              <a:gd name="connsiteY3" fmla="*/ 5123263 h 6874626"/>
              <a:gd name="connsiteX4" fmla="*/ 794959 w 2637211"/>
              <a:gd name="connsiteY4" fmla="*/ 6874626 h 6874626"/>
              <a:gd name="connsiteX5" fmla="*/ 8311 w 2637211"/>
              <a:gd name="connsiteY5" fmla="*/ 6867625 h 6874626"/>
              <a:gd name="connsiteX6" fmla="*/ 0 w 2637211"/>
              <a:gd name="connsiteY6" fmla="*/ 1152406 h 6874626"/>
              <a:gd name="connsiteX0" fmla="*/ 0 w 2637211"/>
              <a:gd name="connsiteY0" fmla="*/ 1142781 h 6865001"/>
              <a:gd name="connsiteX1" fmla="*/ 1198346 w 2637211"/>
              <a:gd name="connsiteY1" fmla="*/ 20564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42781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29334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205071 w 2637211"/>
              <a:gd name="connsiteY1" fmla="*/ 393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3968 w 2637211"/>
              <a:gd name="connsiteY1" fmla="*/ 221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45368 h 6881035"/>
              <a:gd name="connsiteX1" fmla="*/ 1250702 w 2637211"/>
              <a:gd name="connsiteY1" fmla="*/ 0 h 6881035"/>
              <a:gd name="connsiteX2" fmla="*/ 2627587 w 2637211"/>
              <a:gd name="connsiteY2" fmla="*/ 16034 h 6881035"/>
              <a:gd name="connsiteX3" fmla="*/ 2637211 w 2637211"/>
              <a:gd name="connsiteY3" fmla="*/ 5129672 h 6881035"/>
              <a:gd name="connsiteX4" fmla="*/ 794959 w 2637211"/>
              <a:gd name="connsiteY4" fmla="*/ 6881035 h 6881035"/>
              <a:gd name="connsiteX5" fmla="*/ 8311 w 2637211"/>
              <a:gd name="connsiteY5" fmla="*/ 6874034 h 6881035"/>
              <a:gd name="connsiteX6" fmla="*/ 0 w 2637211"/>
              <a:gd name="connsiteY6" fmla="*/ 1145368 h 6881035"/>
              <a:gd name="connsiteX0" fmla="*/ 0 w 2637211"/>
              <a:gd name="connsiteY0" fmla="*/ 1129334 h 6865001"/>
              <a:gd name="connsiteX1" fmla="*/ 1159445 w 2637211"/>
              <a:gd name="connsiteY1" fmla="*/ 586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5796 w 2637211"/>
              <a:gd name="connsiteY1" fmla="*/ 392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135917 w 2628941"/>
              <a:gd name="connsiteY0" fmla="*/ 1182264 h 6865001"/>
              <a:gd name="connsiteX1" fmla="*/ 1147526 w 2628941"/>
              <a:gd name="connsiteY1" fmla="*/ 392 h 6865001"/>
              <a:gd name="connsiteX2" fmla="*/ 2619317 w 2628941"/>
              <a:gd name="connsiteY2" fmla="*/ 0 h 6865001"/>
              <a:gd name="connsiteX3" fmla="*/ 2628941 w 2628941"/>
              <a:gd name="connsiteY3" fmla="*/ 5113638 h 6865001"/>
              <a:gd name="connsiteX4" fmla="*/ 786689 w 2628941"/>
              <a:gd name="connsiteY4" fmla="*/ 6865001 h 6865001"/>
              <a:gd name="connsiteX5" fmla="*/ 41 w 2628941"/>
              <a:gd name="connsiteY5" fmla="*/ 6858000 h 6865001"/>
              <a:gd name="connsiteX6" fmla="*/ 135917 w 2628941"/>
              <a:gd name="connsiteY6" fmla="*/ 1182264 h 6865001"/>
              <a:gd name="connsiteX0" fmla="*/ 70244 w 2628974"/>
              <a:gd name="connsiteY0" fmla="*/ 1114733 h 6865001"/>
              <a:gd name="connsiteX1" fmla="*/ 1147559 w 2628974"/>
              <a:gd name="connsiteY1" fmla="*/ 392 h 6865001"/>
              <a:gd name="connsiteX2" fmla="*/ 2619350 w 2628974"/>
              <a:gd name="connsiteY2" fmla="*/ 0 h 6865001"/>
              <a:gd name="connsiteX3" fmla="*/ 2628974 w 2628974"/>
              <a:gd name="connsiteY3" fmla="*/ 5113638 h 6865001"/>
              <a:gd name="connsiteX4" fmla="*/ 786722 w 2628974"/>
              <a:gd name="connsiteY4" fmla="*/ 6865001 h 6865001"/>
              <a:gd name="connsiteX5" fmla="*/ 74 w 2628974"/>
              <a:gd name="connsiteY5" fmla="*/ 6858000 h 6865001"/>
              <a:gd name="connsiteX6" fmla="*/ 70244 w 2628974"/>
              <a:gd name="connsiteY6" fmla="*/ 1114733 h 6865001"/>
              <a:gd name="connsiteX0" fmla="*/ 0 w 2649987"/>
              <a:gd name="connsiteY0" fmla="*/ 1164012 h 6865001"/>
              <a:gd name="connsiteX1" fmla="*/ 1168572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221502 w 2649987"/>
              <a:gd name="connsiteY1" fmla="*/ 20468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168574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1531 w 2651518"/>
              <a:gd name="connsiteY0" fmla="*/ 1164012 h 6865001"/>
              <a:gd name="connsiteX1" fmla="*/ 1170105 w 2651518"/>
              <a:gd name="connsiteY1" fmla="*/ 392 h 6865001"/>
              <a:gd name="connsiteX2" fmla="*/ 2641894 w 2651518"/>
              <a:gd name="connsiteY2" fmla="*/ 0 h 6865001"/>
              <a:gd name="connsiteX3" fmla="*/ 2651518 w 2651518"/>
              <a:gd name="connsiteY3" fmla="*/ 5113638 h 6865001"/>
              <a:gd name="connsiteX4" fmla="*/ 809266 w 2651518"/>
              <a:gd name="connsiteY4" fmla="*/ 6865001 h 6865001"/>
              <a:gd name="connsiteX5" fmla="*/ 716 w 2651518"/>
              <a:gd name="connsiteY5" fmla="*/ 6859826 h 6865001"/>
              <a:gd name="connsiteX6" fmla="*/ 1531 w 2651518"/>
              <a:gd name="connsiteY6" fmla="*/ 1164012 h 6865001"/>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85539 w 2651518"/>
              <a:gd name="connsiteY4" fmla="*/ 680842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670554 w 2651518"/>
              <a:gd name="connsiteY4" fmla="*/ 674454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69112 w 2651518"/>
              <a:gd name="connsiteY4" fmla="*/ 6857700 h 6859826"/>
              <a:gd name="connsiteX5" fmla="*/ 716 w 2651518"/>
              <a:gd name="connsiteY5" fmla="*/ 6859826 h 6859826"/>
              <a:gd name="connsiteX6" fmla="*/ 1531 w 2651518"/>
              <a:gd name="connsiteY6" fmla="*/ 1164012 h 6859826"/>
              <a:gd name="connsiteX0" fmla="*/ 1531 w 2641975"/>
              <a:gd name="connsiteY0" fmla="*/ 1164012 h 6859826"/>
              <a:gd name="connsiteX1" fmla="*/ 1170105 w 2641975"/>
              <a:gd name="connsiteY1" fmla="*/ 392 h 6859826"/>
              <a:gd name="connsiteX2" fmla="*/ 2641894 w 2641975"/>
              <a:gd name="connsiteY2" fmla="*/ 0 h 6859826"/>
              <a:gd name="connsiteX3" fmla="*/ 2565736 w 2641975"/>
              <a:gd name="connsiteY3" fmla="*/ 5033332 h 6859826"/>
              <a:gd name="connsiteX4" fmla="*/ 769112 w 2641975"/>
              <a:gd name="connsiteY4" fmla="*/ 6857700 h 6859826"/>
              <a:gd name="connsiteX5" fmla="*/ 716 w 2641975"/>
              <a:gd name="connsiteY5" fmla="*/ 6859826 h 6859826"/>
              <a:gd name="connsiteX6" fmla="*/ 1531 w 2641975"/>
              <a:gd name="connsiteY6" fmla="*/ 1164012 h 6859826"/>
              <a:gd name="connsiteX0" fmla="*/ 1531 w 2642134"/>
              <a:gd name="connsiteY0" fmla="*/ 1164012 h 6859826"/>
              <a:gd name="connsiteX1" fmla="*/ 1170105 w 2642134"/>
              <a:gd name="connsiteY1" fmla="*/ 392 h 6859826"/>
              <a:gd name="connsiteX2" fmla="*/ 2641894 w 2642134"/>
              <a:gd name="connsiteY2" fmla="*/ 0 h 6859826"/>
              <a:gd name="connsiteX3" fmla="*/ 2627791 w 2642134"/>
              <a:gd name="connsiteY3" fmla="*/ 5073485 h 6859826"/>
              <a:gd name="connsiteX4" fmla="*/ 769112 w 2642134"/>
              <a:gd name="connsiteY4" fmla="*/ 6857700 h 6859826"/>
              <a:gd name="connsiteX5" fmla="*/ 716 w 2642134"/>
              <a:gd name="connsiteY5" fmla="*/ 6859826 h 6859826"/>
              <a:gd name="connsiteX6" fmla="*/ 1531 w 2642134"/>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5073485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374829 w 2631212"/>
              <a:gd name="connsiteY4" fmla="*/ 6832533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164012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612823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279164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0529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391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8780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06335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3000 h 6860003"/>
              <a:gd name="connsiteX1" fmla="*/ 1612685 w 2631212"/>
              <a:gd name="connsiteY1" fmla="*/ 0 h 6860003"/>
              <a:gd name="connsiteX2" fmla="*/ 2630843 w 2631212"/>
              <a:gd name="connsiteY2" fmla="*/ 177 h 6860003"/>
              <a:gd name="connsiteX3" fmla="*/ 2627791 w 2631212"/>
              <a:gd name="connsiteY3" fmla="*/ 4348014 h 6860003"/>
              <a:gd name="connsiteX4" fmla="*/ 716 w 2631212"/>
              <a:gd name="connsiteY4" fmla="*/ 6860003 h 6860003"/>
              <a:gd name="connsiteX5" fmla="*/ 1531 w 2631212"/>
              <a:gd name="connsiteY5" fmla="*/ 1613000 h 686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212" h="6860003">
                <a:moveTo>
                  <a:pt x="1531" y="1613000"/>
                </a:moveTo>
                <a:lnTo>
                  <a:pt x="1612685" y="0"/>
                </a:lnTo>
                <a:lnTo>
                  <a:pt x="2630843" y="177"/>
                </a:lnTo>
                <a:cubicBezTo>
                  <a:pt x="2634052" y="2285448"/>
                  <a:pt x="2614956" y="2081993"/>
                  <a:pt x="2627791" y="4348014"/>
                </a:cubicBezTo>
                <a:lnTo>
                  <a:pt x="716" y="6860003"/>
                </a:lnTo>
                <a:cubicBezTo>
                  <a:pt x="-2055" y="4945305"/>
                  <a:pt x="4302" y="3527698"/>
                  <a:pt x="1531" y="1613000"/>
                </a:cubicBezTo>
                <a:close/>
              </a:path>
            </a:pathLst>
          </a:custGeom>
          <a:blipFill>
            <a:blip r:embed="rId2"/>
            <a:srcRect/>
            <a:stretch>
              <a:fillRect l="-27491" t="-41695" r="-14234" b="27"/>
            </a:stretch>
          </a:blipFill>
        </p:spPr>
        <p:txBody>
          <a:bodyPr/>
          <a:lstStyle>
            <a:lvl1pPr marL="0" indent="0" algn="ctr">
              <a:buFontTx/>
              <a:buNone/>
              <a:defRPr sz="800">
                <a:solidFill>
                  <a:schemeClr val="bg1"/>
                </a:solidFill>
              </a:defRPr>
            </a:lvl1pPr>
          </a:lstStyle>
          <a:p>
            <a:r>
              <a:rPr lang="en-US"/>
              <a:t>Click icon to add picture</a:t>
            </a:r>
            <a:endParaRPr lang="en-US" dirty="0"/>
          </a:p>
        </p:txBody>
      </p:sp>
      <p:sp>
        <p:nvSpPr>
          <p:cNvPr id="21" name="Rectangle 11">
            <a:extLst>
              <a:ext uri="{FF2B5EF4-FFF2-40B4-BE49-F238E27FC236}">
                <a16:creationId xmlns:a16="http://schemas.microsoft.com/office/drawing/2014/main" id="{207B823A-0687-4E3E-B458-BBE7F12312D3}"/>
              </a:ext>
            </a:extLst>
          </p:cNvPr>
          <p:cNvSpPr/>
          <p:nvPr userDrawn="1"/>
        </p:nvSpPr>
        <p:spPr>
          <a:xfrm rot="16200000">
            <a:off x="51868" y="4278656"/>
            <a:ext cx="2527477" cy="2631212"/>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17">
            <a:extLst>
              <a:ext uri="{FF2B5EF4-FFF2-40B4-BE49-F238E27FC236}">
                <a16:creationId xmlns:a16="http://schemas.microsoft.com/office/drawing/2014/main" id="{8F642579-6739-4A70-A52C-8899C441E2B4}"/>
              </a:ext>
            </a:extLst>
          </p:cNvPr>
          <p:cNvSpPr/>
          <p:nvPr userDrawn="1"/>
        </p:nvSpPr>
        <p:spPr>
          <a:xfrm rot="5400000">
            <a:off x="594" y="-594"/>
            <a:ext cx="1612863" cy="1614051"/>
          </a:xfrm>
          <a:custGeom>
            <a:avLst/>
            <a:gdLst>
              <a:gd name="connsiteX0" fmla="*/ 0 w 1170432"/>
              <a:gd name="connsiteY0" fmla="*/ 0 h 1171294"/>
              <a:gd name="connsiteX1" fmla="*/ 1170432 w 1170432"/>
              <a:gd name="connsiteY1" fmla="*/ 0 h 1171294"/>
              <a:gd name="connsiteX2" fmla="*/ 1170432 w 1170432"/>
              <a:gd name="connsiteY2" fmla="*/ 1171294 h 1171294"/>
              <a:gd name="connsiteX3" fmla="*/ 0 w 1170432"/>
              <a:gd name="connsiteY3" fmla="*/ 1171294 h 1171294"/>
              <a:gd name="connsiteX4" fmla="*/ 0 w 1170432"/>
              <a:gd name="connsiteY4" fmla="*/ 0 h 1171294"/>
              <a:gd name="connsiteX0" fmla="*/ 0 w 1170432"/>
              <a:gd name="connsiteY0" fmla="*/ 0 h 1171294"/>
              <a:gd name="connsiteX1" fmla="*/ 1170432 w 1170432"/>
              <a:gd name="connsiteY1" fmla="*/ 1171294 h 1171294"/>
              <a:gd name="connsiteX2" fmla="*/ 0 w 1170432"/>
              <a:gd name="connsiteY2" fmla="*/ 1171294 h 1171294"/>
              <a:gd name="connsiteX3" fmla="*/ 0 w 1170432"/>
              <a:gd name="connsiteY3" fmla="*/ 0 h 1171294"/>
            </a:gdLst>
            <a:ahLst/>
            <a:cxnLst>
              <a:cxn ang="0">
                <a:pos x="connsiteX0" y="connsiteY0"/>
              </a:cxn>
              <a:cxn ang="0">
                <a:pos x="connsiteX1" y="connsiteY1"/>
              </a:cxn>
              <a:cxn ang="0">
                <a:pos x="connsiteX2" y="connsiteY2"/>
              </a:cxn>
              <a:cxn ang="0">
                <a:pos x="connsiteX3" y="connsiteY3"/>
              </a:cxn>
            </a:cxnLst>
            <a:rect l="l" t="t" r="r" b="b"/>
            <a:pathLst>
              <a:path w="1170432" h="1171294">
                <a:moveTo>
                  <a:pt x="0" y="0"/>
                </a:moveTo>
                <a:lnTo>
                  <a:pt x="1170432" y="1171294"/>
                </a:lnTo>
                <a:lnTo>
                  <a:pt x="0" y="1171294"/>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Straight Connector 27">
            <a:extLst>
              <a:ext uri="{FF2B5EF4-FFF2-40B4-BE49-F238E27FC236}">
                <a16:creationId xmlns:a16="http://schemas.microsoft.com/office/drawing/2014/main" id="{285A58C3-1C28-49D5-B41D-16D4149306E1}"/>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08CCC186-63FA-4604-9AAD-7CE65C328C7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832619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e_Sidebar Photo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3225261" y="283464"/>
            <a:ext cx="8087818" cy="112471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225260" y="1517904"/>
            <a:ext cx="3787926"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7523544" y="1517904"/>
            <a:ext cx="3789534"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3078" y="6066002"/>
            <a:ext cx="508749" cy="508534"/>
          </a:xfrm>
        </p:spPr>
        <p:txBody>
          <a:bodyPr lIns="0" tIns="0" rIns="0" bIns="0" anchor="b"/>
          <a:lstStyle/>
          <a:p>
            <a:fld id="{CD6D25CF-0D6E-4844-B79B-06FF722D38A1}" type="slidenum">
              <a:rPr lang="en-US" smtClean="0"/>
              <a:t>‹#›</a:t>
            </a:fld>
            <a:endParaRPr lang="en-US"/>
          </a:p>
        </p:txBody>
      </p:sp>
      <p:sp>
        <p:nvSpPr>
          <p:cNvPr id="11" name="Picture Placeholder 3" descr="Several individuals document a process using post-it notes and large sheets of paper taped to a wall.">
            <a:extLst>
              <a:ext uri="{FF2B5EF4-FFF2-40B4-BE49-F238E27FC236}">
                <a16:creationId xmlns:a16="http://schemas.microsoft.com/office/drawing/2014/main" id="{E9491CBB-1188-4043-AE59-FDB2520EA3E6}"/>
              </a:ext>
            </a:extLst>
          </p:cNvPr>
          <p:cNvSpPr>
            <a:spLocks noGrp="1"/>
          </p:cNvSpPr>
          <p:nvPr>
            <p:ph type="pic" sz="quarter" idx="14"/>
          </p:nvPr>
        </p:nvSpPr>
        <p:spPr>
          <a:xfrm>
            <a:off x="-1609" y="-178"/>
            <a:ext cx="2631213" cy="6860003"/>
          </a:xfrm>
          <a:custGeom>
            <a:avLst/>
            <a:gdLst>
              <a:gd name="connsiteX0" fmla="*/ 0 w 2628900"/>
              <a:gd name="connsiteY0" fmla="*/ 0 h 6858000"/>
              <a:gd name="connsiteX1" fmla="*/ 2628900 w 2628900"/>
              <a:gd name="connsiteY1" fmla="*/ 0 h 6858000"/>
              <a:gd name="connsiteX2" fmla="*/ 2628900 w 2628900"/>
              <a:gd name="connsiteY2" fmla="*/ 6858000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698269 w 2628900"/>
              <a:gd name="connsiteY3" fmla="*/ 6392487 h 6858000"/>
              <a:gd name="connsiteX4" fmla="*/ 0 w 2628900"/>
              <a:gd name="connsiteY4" fmla="*/ 6858000 h 6858000"/>
              <a:gd name="connsiteX5" fmla="*/ 0 w 2628900"/>
              <a:gd name="connsiteY5" fmla="*/ 0 h 6858000"/>
              <a:gd name="connsiteX0" fmla="*/ 0 w 2628900"/>
              <a:gd name="connsiteY0" fmla="*/ 0 h 6874626"/>
              <a:gd name="connsiteX1" fmla="*/ 2628900 w 2628900"/>
              <a:gd name="connsiteY1" fmla="*/ 0 h 6874626"/>
              <a:gd name="connsiteX2" fmla="*/ 2628900 w 2628900"/>
              <a:gd name="connsiteY2" fmla="*/ 5104014 h 6874626"/>
              <a:gd name="connsiteX3" fmla="*/ 748145 w 2628900"/>
              <a:gd name="connsiteY3" fmla="*/ 6874626 h 6874626"/>
              <a:gd name="connsiteX4" fmla="*/ 0 w 2628900"/>
              <a:gd name="connsiteY4" fmla="*/ 6858000 h 6874626"/>
              <a:gd name="connsiteX5" fmla="*/ 0 w 2628900"/>
              <a:gd name="connsiteY5" fmla="*/ 0 h 6874626"/>
              <a:gd name="connsiteX0" fmla="*/ 0 w 2637212"/>
              <a:gd name="connsiteY0" fmla="*/ 1113905 h 6874626"/>
              <a:gd name="connsiteX1" fmla="*/ 2637212 w 2637212"/>
              <a:gd name="connsiteY1" fmla="*/ 0 h 6874626"/>
              <a:gd name="connsiteX2" fmla="*/ 2637212 w 2637212"/>
              <a:gd name="connsiteY2" fmla="*/ 5104014 h 6874626"/>
              <a:gd name="connsiteX3" fmla="*/ 756457 w 2637212"/>
              <a:gd name="connsiteY3" fmla="*/ 6874626 h 6874626"/>
              <a:gd name="connsiteX4" fmla="*/ 8312 w 2637212"/>
              <a:gd name="connsiteY4" fmla="*/ 6858000 h 6874626"/>
              <a:gd name="connsiteX5" fmla="*/ 0 w 2637212"/>
              <a:gd name="connsiteY5" fmla="*/ 1113905 h 6874626"/>
              <a:gd name="connsiteX0" fmla="*/ 0 w 2637212"/>
              <a:gd name="connsiteY0" fmla="*/ 1113905 h 6874626"/>
              <a:gd name="connsiteX1" fmla="*/ 1695796 w 2637212"/>
              <a:gd name="connsiteY1" fmla="*/ 382385 h 6874626"/>
              <a:gd name="connsiteX2" fmla="*/ 2637212 w 2637212"/>
              <a:gd name="connsiteY2" fmla="*/ 0 h 6874626"/>
              <a:gd name="connsiteX3" fmla="*/ 2637212 w 2637212"/>
              <a:gd name="connsiteY3" fmla="*/ 5104014 h 6874626"/>
              <a:gd name="connsiteX4" fmla="*/ 756457 w 2637212"/>
              <a:gd name="connsiteY4" fmla="*/ 6874626 h 6874626"/>
              <a:gd name="connsiteX5" fmla="*/ 8312 w 2637212"/>
              <a:gd name="connsiteY5" fmla="*/ 6858000 h 6874626"/>
              <a:gd name="connsiteX6" fmla="*/ 0 w 2637212"/>
              <a:gd name="connsiteY6" fmla="*/ 1113905 h 6874626"/>
              <a:gd name="connsiteX0" fmla="*/ 0 w 2637212"/>
              <a:gd name="connsiteY0" fmla="*/ 1122218 h 6882939"/>
              <a:gd name="connsiteX1" fmla="*/ 1188720 w 2637212"/>
              <a:gd name="connsiteY1" fmla="*/ 0 h 6882939"/>
              <a:gd name="connsiteX2" fmla="*/ 2637212 w 2637212"/>
              <a:gd name="connsiteY2" fmla="*/ 8313 h 6882939"/>
              <a:gd name="connsiteX3" fmla="*/ 2637212 w 2637212"/>
              <a:gd name="connsiteY3" fmla="*/ 5112327 h 6882939"/>
              <a:gd name="connsiteX4" fmla="*/ 756457 w 2637212"/>
              <a:gd name="connsiteY4" fmla="*/ 6882939 h 6882939"/>
              <a:gd name="connsiteX5" fmla="*/ 8312 w 2637212"/>
              <a:gd name="connsiteY5" fmla="*/ 6866313 h 6882939"/>
              <a:gd name="connsiteX6" fmla="*/ 0 w 2637212"/>
              <a:gd name="connsiteY6" fmla="*/ 1122218 h 6882939"/>
              <a:gd name="connsiteX0" fmla="*/ 0 w 2646838"/>
              <a:gd name="connsiteY0" fmla="*/ 1122218 h 6882939"/>
              <a:gd name="connsiteX1" fmla="*/ 1188720 w 2646838"/>
              <a:gd name="connsiteY1" fmla="*/ 0 h 6882939"/>
              <a:gd name="connsiteX2" fmla="*/ 2637212 w 2646838"/>
              <a:gd name="connsiteY2" fmla="*/ 8313 h 6882939"/>
              <a:gd name="connsiteX3" fmla="*/ 2646838 w 2646838"/>
              <a:gd name="connsiteY3" fmla="*/ 6864125 h 6882939"/>
              <a:gd name="connsiteX4" fmla="*/ 756457 w 2646838"/>
              <a:gd name="connsiteY4" fmla="*/ 6882939 h 6882939"/>
              <a:gd name="connsiteX5" fmla="*/ 8312 w 2646838"/>
              <a:gd name="connsiteY5" fmla="*/ 6866313 h 6882939"/>
              <a:gd name="connsiteX6" fmla="*/ 0 w 2646838"/>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767711 w 2658092"/>
              <a:gd name="connsiteY4" fmla="*/ 6882939 h 6882939"/>
              <a:gd name="connsiteX5" fmla="*/ 315 w 2658092"/>
              <a:gd name="connsiteY5" fmla="*/ 5740157 h 6882939"/>
              <a:gd name="connsiteX6" fmla="*/ 11254 w 2658092"/>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1171973 w 2658092"/>
              <a:gd name="connsiteY4" fmla="*/ 6882939 h 6882939"/>
              <a:gd name="connsiteX5" fmla="*/ 315 w 2658092"/>
              <a:gd name="connsiteY5" fmla="*/ 5740157 h 6882939"/>
              <a:gd name="connsiteX6" fmla="*/ 11254 w 2658092"/>
              <a:gd name="connsiteY6" fmla="*/ 1122218 h 6882939"/>
              <a:gd name="connsiteX0" fmla="*/ 11254 w 2667717"/>
              <a:gd name="connsiteY0" fmla="*/ 1122218 h 6882939"/>
              <a:gd name="connsiteX1" fmla="*/ 1199974 w 2667717"/>
              <a:gd name="connsiteY1" fmla="*/ 0 h 6882939"/>
              <a:gd name="connsiteX2" fmla="*/ 2648466 w 2667717"/>
              <a:gd name="connsiteY2" fmla="*/ 8313 h 6882939"/>
              <a:gd name="connsiteX3" fmla="*/ 2667717 w 2667717"/>
              <a:gd name="connsiteY3" fmla="*/ 6873751 h 6882939"/>
              <a:gd name="connsiteX4" fmla="*/ 1171973 w 2667717"/>
              <a:gd name="connsiteY4" fmla="*/ 6882939 h 6882939"/>
              <a:gd name="connsiteX5" fmla="*/ 315 w 2667717"/>
              <a:gd name="connsiteY5" fmla="*/ 5740157 h 6882939"/>
              <a:gd name="connsiteX6" fmla="*/ 11254 w 2667717"/>
              <a:gd name="connsiteY6" fmla="*/ 1122218 h 6882939"/>
              <a:gd name="connsiteX0" fmla="*/ 11254 w 2667717"/>
              <a:gd name="connsiteY0" fmla="*/ 1113905 h 6874626"/>
              <a:gd name="connsiteX1" fmla="*/ 786088 w 2667717"/>
              <a:gd name="connsiteY1" fmla="*/ 10938 h 6874626"/>
              <a:gd name="connsiteX2" fmla="*/ 2648466 w 2667717"/>
              <a:gd name="connsiteY2" fmla="*/ 0 h 6874626"/>
              <a:gd name="connsiteX3" fmla="*/ 2667717 w 2667717"/>
              <a:gd name="connsiteY3" fmla="*/ 6865438 h 6874626"/>
              <a:gd name="connsiteX4" fmla="*/ 1171973 w 2667717"/>
              <a:gd name="connsiteY4" fmla="*/ 6874626 h 6874626"/>
              <a:gd name="connsiteX5" fmla="*/ 315 w 2667717"/>
              <a:gd name="connsiteY5" fmla="*/ 5731844 h 6874626"/>
              <a:gd name="connsiteX6" fmla="*/ 11254 w 2667717"/>
              <a:gd name="connsiteY6" fmla="*/ 1113905 h 6874626"/>
              <a:gd name="connsiteX0" fmla="*/ 20772 w 2667609"/>
              <a:gd name="connsiteY0" fmla="*/ 0 h 6906127"/>
              <a:gd name="connsiteX1" fmla="*/ 785980 w 2667609"/>
              <a:gd name="connsiteY1" fmla="*/ 42439 h 6906127"/>
              <a:gd name="connsiteX2" fmla="*/ 2648358 w 2667609"/>
              <a:gd name="connsiteY2" fmla="*/ 31501 h 6906127"/>
              <a:gd name="connsiteX3" fmla="*/ 2667609 w 2667609"/>
              <a:gd name="connsiteY3" fmla="*/ 6896939 h 6906127"/>
              <a:gd name="connsiteX4" fmla="*/ 1171865 w 2667609"/>
              <a:gd name="connsiteY4" fmla="*/ 6906127 h 6906127"/>
              <a:gd name="connsiteX5" fmla="*/ 207 w 2667609"/>
              <a:gd name="connsiteY5" fmla="*/ 5763345 h 6906127"/>
              <a:gd name="connsiteX6" fmla="*/ 20772 w 2667609"/>
              <a:gd name="connsiteY6" fmla="*/ 0 h 6906127"/>
              <a:gd name="connsiteX0" fmla="*/ 30344 w 2667556"/>
              <a:gd name="connsiteY0" fmla="*/ 0 h 6896502"/>
              <a:gd name="connsiteX1" fmla="*/ 785927 w 2667556"/>
              <a:gd name="connsiteY1" fmla="*/ 32814 h 6896502"/>
              <a:gd name="connsiteX2" fmla="*/ 2648305 w 2667556"/>
              <a:gd name="connsiteY2" fmla="*/ 21876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5687 h 6902189"/>
              <a:gd name="connsiteX1" fmla="*/ 824428 w 2667556"/>
              <a:gd name="connsiteY1" fmla="*/ 0 h 6902189"/>
              <a:gd name="connsiteX2" fmla="*/ 2648305 w 2667556"/>
              <a:gd name="connsiteY2" fmla="*/ 27563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5687 h 6902189"/>
              <a:gd name="connsiteX1" fmla="*/ 824428 w 2667556"/>
              <a:gd name="connsiteY1" fmla="*/ 0 h 6902189"/>
              <a:gd name="connsiteX2" fmla="*/ 2657930 w 2667556"/>
              <a:gd name="connsiteY2" fmla="*/ 1769736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0 h 6896502"/>
              <a:gd name="connsiteX1" fmla="*/ 737801 w 2667556"/>
              <a:gd name="connsiteY1" fmla="*/ 13564 h 6896502"/>
              <a:gd name="connsiteX2" fmla="*/ 2657930 w 2667556"/>
              <a:gd name="connsiteY2" fmla="*/ 1764049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0 h 6896502"/>
              <a:gd name="connsiteX1" fmla="*/ 737801 w 2667556"/>
              <a:gd name="connsiteY1" fmla="*/ 13564 h 6896502"/>
              <a:gd name="connsiteX2" fmla="*/ 2648305 w 2667556"/>
              <a:gd name="connsiteY2" fmla="*/ 1792924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1988 w 2639200"/>
              <a:gd name="connsiteY0" fmla="*/ 0 h 6896502"/>
              <a:gd name="connsiteX1" fmla="*/ 709445 w 2639200"/>
              <a:gd name="connsiteY1" fmla="*/ 13564 h 6896502"/>
              <a:gd name="connsiteX2" fmla="*/ 2619949 w 2639200"/>
              <a:gd name="connsiteY2" fmla="*/ 1792924 h 6896502"/>
              <a:gd name="connsiteX3" fmla="*/ 2639200 w 2639200"/>
              <a:gd name="connsiteY3" fmla="*/ 6887314 h 6896502"/>
              <a:gd name="connsiteX4" fmla="*/ 1143456 w 2639200"/>
              <a:gd name="connsiteY4" fmla="*/ 6896502 h 6896502"/>
              <a:gd name="connsiteX5" fmla="*/ 674 w 2639200"/>
              <a:gd name="connsiteY5" fmla="*/ 6879876 h 6896502"/>
              <a:gd name="connsiteX6" fmla="*/ 1988 w 2639200"/>
              <a:gd name="connsiteY6" fmla="*/ 0 h 6896502"/>
              <a:gd name="connsiteX0" fmla="*/ 1988 w 2639200"/>
              <a:gd name="connsiteY0" fmla="*/ 0 h 6887314"/>
              <a:gd name="connsiteX1" fmla="*/ 709445 w 2639200"/>
              <a:gd name="connsiteY1" fmla="*/ 13564 h 6887314"/>
              <a:gd name="connsiteX2" fmla="*/ 2619949 w 2639200"/>
              <a:gd name="connsiteY2" fmla="*/ 1792924 h 6887314"/>
              <a:gd name="connsiteX3" fmla="*/ 2639200 w 2639200"/>
              <a:gd name="connsiteY3" fmla="*/ 6887314 h 6887314"/>
              <a:gd name="connsiteX4" fmla="*/ 796947 w 2639200"/>
              <a:gd name="connsiteY4" fmla="*/ 6886877 h 6887314"/>
              <a:gd name="connsiteX5" fmla="*/ 674 w 2639200"/>
              <a:gd name="connsiteY5" fmla="*/ 6879876 h 6887314"/>
              <a:gd name="connsiteX6" fmla="*/ 1988 w 2639200"/>
              <a:gd name="connsiteY6" fmla="*/ 0 h 6887314"/>
              <a:gd name="connsiteX0" fmla="*/ 1988 w 2639200"/>
              <a:gd name="connsiteY0" fmla="*/ 0 h 6886877"/>
              <a:gd name="connsiteX1" fmla="*/ 709445 w 2639200"/>
              <a:gd name="connsiteY1" fmla="*/ 13564 h 6886877"/>
              <a:gd name="connsiteX2" fmla="*/ 2619949 w 2639200"/>
              <a:gd name="connsiteY2" fmla="*/ 1792924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89253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41127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48825"/>
              <a:gd name="connsiteY0" fmla="*/ 0 h 6886877"/>
              <a:gd name="connsiteX1" fmla="*/ 709445 w 2648825"/>
              <a:gd name="connsiteY1" fmla="*/ 13564 h 6886877"/>
              <a:gd name="connsiteX2" fmla="*/ 2600699 w 2648825"/>
              <a:gd name="connsiteY2" fmla="*/ 41127 h 6886877"/>
              <a:gd name="connsiteX3" fmla="*/ 2648825 w 2648825"/>
              <a:gd name="connsiteY3" fmla="*/ 5087389 h 6886877"/>
              <a:gd name="connsiteX4" fmla="*/ 796947 w 2648825"/>
              <a:gd name="connsiteY4" fmla="*/ 6886877 h 6886877"/>
              <a:gd name="connsiteX5" fmla="*/ 674 w 2648825"/>
              <a:gd name="connsiteY5" fmla="*/ 6879876 h 6886877"/>
              <a:gd name="connsiteX6" fmla="*/ 1988 w 2648825"/>
              <a:gd name="connsiteY6" fmla="*/ 0 h 6886877"/>
              <a:gd name="connsiteX0" fmla="*/ 1988 w 2648825"/>
              <a:gd name="connsiteY0" fmla="*/ 1189594 h 6873313"/>
              <a:gd name="connsiteX1" fmla="*/ 709445 w 2648825"/>
              <a:gd name="connsiteY1" fmla="*/ 0 h 6873313"/>
              <a:gd name="connsiteX2" fmla="*/ 2600699 w 2648825"/>
              <a:gd name="connsiteY2" fmla="*/ 27563 h 6873313"/>
              <a:gd name="connsiteX3" fmla="*/ 2648825 w 2648825"/>
              <a:gd name="connsiteY3" fmla="*/ 5073825 h 6873313"/>
              <a:gd name="connsiteX4" fmla="*/ 796947 w 2648825"/>
              <a:gd name="connsiteY4" fmla="*/ 6873313 h 6873313"/>
              <a:gd name="connsiteX5" fmla="*/ 674 w 2648825"/>
              <a:gd name="connsiteY5" fmla="*/ 6866312 h 6873313"/>
              <a:gd name="connsiteX6" fmla="*/ 1988 w 2648825"/>
              <a:gd name="connsiteY6" fmla="*/ 1189594 h 6873313"/>
              <a:gd name="connsiteX0" fmla="*/ 1988 w 2648825"/>
              <a:gd name="connsiteY0" fmla="*/ 1162031 h 6845750"/>
              <a:gd name="connsiteX1" fmla="*/ 1171458 w 2648825"/>
              <a:gd name="connsiteY1" fmla="*/ 1313 h 6845750"/>
              <a:gd name="connsiteX2" fmla="*/ 2600699 w 2648825"/>
              <a:gd name="connsiteY2" fmla="*/ 0 h 6845750"/>
              <a:gd name="connsiteX3" fmla="*/ 2648825 w 2648825"/>
              <a:gd name="connsiteY3" fmla="*/ 5046262 h 6845750"/>
              <a:gd name="connsiteX4" fmla="*/ 796947 w 2648825"/>
              <a:gd name="connsiteY4" fmla="*/ 6845750 h 6845750"/>
              <a:gd name="connsiteX5" fmla="*/ 674 w 2648825"/>
              <a:gd name="connsiteY5" fmla="*/ 6838749 h 6845750"/>
              <a:gd name="connsiteX6" fmla="*/ 1988 w 2648825"/>
              <a:gd name="connsiteY6" fmla="*/ 1162031 h 6845750"/>
              <a:gd name="connsiteX0" fmla="*/ 0 w 2646837"/>
              <a:gd name="connsiteY0" fmla="*/ 1162031 h 6845750"/>
              <a:gd name="connsiteX1" fmla="*/ 1169470 w 2646837"/>
              <a:gd name="connsiteY1" fmla="*/ 1313 h 6845750"/>
              <a:gd name="connsiteX2" fmla="*/ 2598711 w 2646837"/>
              <a:gd name="connsiteY2" fmla="*/ 0 h 6845750"/>
              <a:gd name="connsiteX3" fmla="*/ 2646837 w 2646837"/>
              <a:gd name="connsiteY3" fmla="*/ 5046262 h 6845750"/>
              <a:gd name="connsiteX4" fmla="*/ 794959 w 2646837"/>
              <a:gd name="connsiteY4" fmla="*/ 6845750 h 6845750"/>
              <a:gd name="connsiteX5" fmla="*/ 8311 w 2646837"/>
              <a:gd name="connsiteY5" fmla="*/ 6838749 h 6845750"/>
              <a:gd name="connsiteX6" fmla="*/ 0 w 2646837"/>
              <a:gd name="connsiteY6" fmla="*/ 1162031 h 6845750"/>
              <a:gd name="connsiteX0" fmla="*/ 0 w 2637211"/>
              <a:gd name="connsiteY0" fmla="*/ 1162031 h 6845750"/>
              <a:gd name="connsiteX1" fmla="*/ 1169470 w 2637211"/>
              <a:gd name="connsiteY1" fmla="*/ 1313 h 6845750"/>
              <a:gd name="connsiteX2" fmla="*/ 2598711 w 2637211"/>
              <a:gd name="connsiteY2" fmla="*/ 0 h 6845750"/>
              <a:gd name="connsiteX3" fmla="*/ 2637211 w 2637211"/>
              <a:gd name="connsiteY3" fmla="*/ 5017386 h 6845750"/>
              <a:gd name="connsiteX4" fmla="*/ 794959 w 2637211"/>
              <a:gd name="connsiteY4" fmla="*/ 6845750 h 6845750"/>
              <a:gd name="connsiteX5" fmla="*/ 8311 w 2637211"/>
              <a:gd name="connsiteY5" fmla="*/ 6838749 h 6845750"/>
              <a:gd name="connsiteX6" fmla="*/ 0 w 2637211"/>
              <a:gd name="connsiteY6" fmla="*/ 1162031 h 6845750"/>
              <a:gd name="connsiteX0" fmla="*/ 0 w 2656461"/>
              <a:gd name="connsiteY0" fmla="*/ 1162031 h 6845750"/>
              <a:gd name="connsiteX1" fmla="*/ 1169470 w 2656461"/>
              <a:gd name="connsiteY1" fmla="*/ 1313 h 6845750"/>
              <a:gd name="connsiteX2" fmla="*/ 2598711 w 2656461"/>
              <a:gd name="connsiteY2" fmla="*/ 0 h 6845750"/>
              <a:gd name="connsiteX3" fmla="*/ 2656461 w 2656461"/>
              <a:gd name="connsiteY3" fmla="*/ 5017386 h 6845750"/>
              <a:gd name="connsiteX4" fmla="*/ 794959 w 2656461"/>
              <a:gd name="connsiteY4" fmla="*/ 6845750 h 6845750"/>
              <a:gd name="connsiteX5" fmla="*/ 8311 w 2656461"/>
              <a:gd name="connsiteY5" fmla="*/ 6838749 h 6845750"/>
              <a:gd name="connsiteX6" fmla="*/ 0 w 2656461"/>
              <a:gd name="connsiteY6" fmla="*/ 1162031 h 6845750"/>
              <a:gd name="connsiteX0" fmla="*/ 0 w 2656461"/>
              <a:gd name="connsiteY0" fmla="*/ 1200533 h 6884252"/>
              <a:gd name="connsiteX1" fmla="*/ 1169470 w 2656461"/>
              <a:gd name="connsiteY1" fmla="*/ 39815 h 6884252"/>
              <a:gd name="connsiteX2" fmla="*/ 2627586 w 2656461"/>
              <a:gd name="connsiteY2" fmla="*/ 0 h 6884252"/>
              <a:gd name="connsiteX3" fmla="*/ 2656461 w 2656461"/>
              <a:gd name="connsiteY3" fmla="*/ 5055888 h 6884252"/>
              <a:gd name="connsiteX4" fmla="*/ 794959 w 2656461"/>
              <a:gd name="connsiteY4" fmla="*/ 6884252 h 6884252"/>
              <a:gd name="connsiteX5" fmla="*/ 8311 w 2656461"/>
              <a:gd name="connsiteY5" fmla="*/ 6877251 h 6884252"/>
              <a:gd name="connsiteX6" fmla="*/ 0 w 2656461"/>
              <a:gd name="connsiteY6" fmla="*/ 1200533 h 6884252"/>
              <a:gd name="connsiteX0" fmla="*/ 0 w 2656461"/>
              <a:gd name="connsiteY0" fmla="*/ 1171657 h 6855376"/>
              <a:gd name="connsiteX1" fmla="*/ 1169470 w 2656461"/>
              <a:gd name="connsiteY1" fmla="*/ 10939 h 6855376"/>
              <a:gd name="connsiteX2" fmla="*/ 2608336 w 2656461"/>
              <a:gd name="connsiteY2" fmla="*/ 0 h 6855376"/>
              <a:gd name="connsiteX3" fmla="*/ 2656461 w 2656461"/>
              <a:gd name="connsiteY3" fmla="*/ 5027012 h 6855376"/>
              <a:gd name="connsiteX4" fmla="*/ 794959 w 2656461"/>
              <a:gd name="connsiteY4" fmla="*/ 6855376 h 6855376"/>
              <a:gd name="connsiteX5" fmla="*/ 8311 w 2656461"/>
              <a:gd name="connsiteY5" fmla="*/ 6848375 h 6855376"/>
              <a:gd name="connsiteX6" fmla="*/ 0 w 2656461"/>
              <a:gd name="connsiteY6" fmla="*/ 1171657 h 6855376"/>
              <a:gd name="connsiteX0" fmla="*/ 0 w 2656461"/>
              <a:gd name="connsiteY0" fmla="*/ 1160718 h 6844437"/>
              <a:gd name="connsiteX1" fmla="*/ 1169470 w 2656461"/>
              <a:gd name="connsiteY1" fmla="*/ 0 h 6844437"/>
              <a:gd name="connsiteX2" fmla="*/ 2617962 w 2656461"/>
              <a:gd name="connsiteY2" fmla="*/ 8312 h 6844437"/>
              <a:gd name="connsiteX3" fmla="*/ 2656461 w 2656461"/>
              <a:gd name="connsiteY3" fmla="*/ 5016073 h 6844437"/>
              <a:gd name="connsiteX4" fmla="*/ 794959 w 2656461"/>
              <a:gd name="connsiteY4" fmla="*/ 6844437 h 6844437"/>
              <a:gd name="connsiteX5" fmla="*/ 8311 w 2656461"/>
              <a:gd name="connsiteY5" fmla="*/ 6837436 h 6844437"/>
              <a:gd name="connsiteX6" fmla="*/ 0 w 2656461"/>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85337"/>
              <a:gd name="connsiteY0" fmla="*/ 1160718 h 6844437"/>
              <a:gd name="connsiteX1" fmla="*/ 1169470 w 2685337"/>
              <a:gd name="connsiteY1" fmla="*/ 0 h 6844437"/>
              <a:gd name="connsiteX2" fmla="*/ 2617962 w 2685337"/>
              <a:gd name="connsiteY2" fmla="*/ 8312 h 6844437"/>
              <a:gd name="connsiteX3" fmla="*/ 2685337 w 2685337"/>
              <a:gd name="connsiteY3" fmla="*/ 5054573 h 6844437"/>
              <a:gd name="connsiteX4" fmla="*/ 794959 w 2685337"/>
              <a:gd name="connsiteY4" fmla="*/ 6844437 h 6844437"/>
              <a:gd name="connsiteX5" fmla="*/ 8311 w 2685337"/>
              <a:gd name="connsiteY5" fmla="*/ 6837436 h 6844437"/>
              <a:gd name="connsiteX6" fmla="*/ 0 w 2685337"/>
              <a:gd name="connsiteY6" fmla="*/ 1160718 h 6844437"/>
              <a:gd name="connsiteX0" fmla="*/ 0 w 2637211"/>
              <a:gd name="connsiteY0" fmla="*/ 1160718 h 6844437"/>
              <a:gd name="connsiteX1" fmla="*/ 1169470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60718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22217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22217 h 6844437"/>
              <a:gd name="connsiteX1" fmla="*/ 1198346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52406 h 6874626"/>
              <a:gd name="connsiteX1" fmla="*/ 1198346 w 2637211"/>
              <a:gd name="connsiteY1" fmla="*/ 30189 h 6874626"/>
              <a:gd name="connsiteX2" fmla="*/ 2627587 w 2637211"/>
              <a:gd name="connsiteY2" fmla="*/ 0 h 6874626"/>
              <a:gd name="connsiteX3" fmla="*/ 2637211 w 2637211"/>
              <a:gd name="connsiteY3" fmla="*/ 5123263 h 6874626"/>
              <a:gd name="connsiteX4" fmla="*/ 794959 w 2637211"/>
              <a:gd name="connsiteY4" fmla="*/ 6874626 h 6874626"/>
              <a:gd name="connsiteX5" fmla="*/ 8311 w 2637211"/>
              <a:gd name="connsiteY5" fmla="*/ 6867625 h 6874626"/>
              <a:gd name="connsiteX6" fmla="*/ 0 w 2637211"/>
              <a:gd name="connsiteY6" fmla="*/ 1152406 h 6874626"/>
              <a:gd name="connsiteX0" fmla="*/ 0 w 2637211"/>
              <a:gd name="connsiteY0" fmla="*/ 1142781 h 6865001"/>
              <a:gd name="connsiteX1" fmla="*/ 1198346 w 2637211"/>
              <a:gd name="connsiteY1" fmla="*/ 20564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42781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29334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205071 w 2637211"/>
              <a:gd name="connsiteY1" fmla="*/ 393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3968 w 2637211"/>
              <a:gd name="connsiteY1" fmla="*/ 221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45368 h 6881035"/>
              <a:gd name="connsiteX1" fmla="*/ 1250702 w 2637211"/>
              <a:gd name="connsiteY1" fmla="*/ 0 h 6881035"/>
              <a:gd name="connsiteX2" fmla="*/ 2627587 w 2637211"/>
              <a:gd name="connsiteY2" fmla="*/ 16034 h 6881035"/>
              <a:gd name="connsiteX3" fmla="*/ 2637211 w 2637211"/>
              <a:gd name="connsiteY3" fmla="*/ 5129672 h 6881035"/>
              <a:gd name="connsiteX4" fmla="*/ 794959 w 2637211"/>
              <a:gd name="connsiteY4" fmla="*/ 6881035 h 6881035"/>
              <a:gd name="connsiteX5" fmla="*/ 8311 w 2637211"/>
              <a:gd name="connsiteY5" fmla="*/ 6874034 h 6881035"/>
              <a:gd name="connsiteX6" fmla="*/ 0 w 2637211"/>
              <a:gd name="connsiteY6" fmla="*/ 1145368 h 6881035"/>
              <a:gd name="connsiteX0" fmla="*/ 0 w 2637211"/>
              <a:gd name="connsiteY0" fmla="*/ 1129334 h 6865001"/>
              <a:gd name="connsiteX1" fmla="*/ 1159445 w 2637211"/>
              <a:gd name="connsiteY1" fmla="*/ 586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5796 w 2637211"/>
              <a:gd name="connsiteY1" fmla="*/ 392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135917 w 2628941"/>
              <a:gd name="connsiteY0" fmla="*/ 1182264 h 6865001"/>
              <a:gd name="connsiteX1" fmla="*/ 1147526 w 2628941"/>
              <a:gd name="connsiteY1" fmla="*/ 392 h 6865001"/>
              <a:gd name="connsiteX2" fmla="*/ 2619317 w 2628941"/>
              <a:gd name="connsiteY2" fmla="*/ 0 h 6865001"/>
              <a:gd name="connsiteX3" fmla="*/ 2628941 w 2628941"/>
              <a:gd name="connsiteY3" fmla="*/ 5113638 h 6865001"/>
              <a:gd name="connsiteX4" fmla="*/ 786689 w 2628941"/>
              <a:gd name="connsiteY4" fmla="*/ 6865001 h 6865001"/>
              <a:gd name="connsiteX5" fmla="*/ 41 w 2628941"/>
              <a:gd name="connsiteY5" fmla="*/ 6858000 h 6865001"/>
              <a:gd name="connsiteX6" fmla="*/ 135917 w 2628941"/>
              <a:gd name="connsiteY6" fmla="*/ 1182264 h 6865001"/>
              <a:gd name="connsiteX0" fmla="*/ 70244 w 2628974"/>
              <a:gd name="connsiteY0" fmla="*/ 1114733 h 6865001"/>
              <a:gd name="connsiteX1" fmla="*/ 1147559 w 2628974"/>
              <a:gd name="connsiteY1" fmla="*/ 392 h 6865001"/>
              <a:gd name="connsiteX2" fmla="*/ 2619350 w 2628974"/>
              <a:gd name="connsiteY2" fmla="*/ 0 h 6865001"/>
              <a:gd name="connsiteX3" fmla="*/ 2628974 w 2628974"/>
              <a:gd name="connsiteY3" fmla="*/ 5113638 h 6865001"/>
              <a:gd name="connsiteX4" fmla="*/ 786722 w 2628974"/>
              <a:gd name="connsiteY4" fmla="*/ 6865001 h 6865001"/>
              <a:gd name="connsiteX5" fmla="*/ 74 w 2628974"/>
              <a:gd name="connsiteY5" fmla="*/ 6858000 h 6865001"/>
              <a:gd name="connsiteX6" fmla="*/ 70244 w 2628974"/>
              <a:gd name="connsiteY6" fmla="*/ 1114733 h 6865001"/>
              <a:gd name="connsiteX0" fmla="*/ 0 w 2649987"/>
              <a:gd name="connsiteY0" fmla="*/ 1164012 h 6865001"/>
              <a:gd name="connsiteX1" fmla="*/ 1168572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221502 w 2649987"/>
              <a:gd name="connsiteY1" fmla="*/ 20468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168574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1531 w 2651518"/>
              <a:gd name="connsiteY0" fmla="*/ 1164012 h 6865001"/>
              <a:gd name="connsiteX1" fmla="*/ 1170105 w 2651518"/>
              <a:gd name="connsiteY1" fmla="*/ 392 h 6865001"/>
              <a:gd name="connsiteX2" fmla="*/ 2641894 w 2651518"/>
              <a:gd name="connsiteY2" fmla="*/ 0 h 6865001"/>
              <a:gd name="connsiteX3" fmla="*/ 2651518 w 2651518"/>
              <a:gd name="connsiteY3" fmla="*/ 5113638 h 6865001"/>
              <a:gd name="connsiteX4" fmla="*/ 809266 w 2651518"/>
              <a:gd name="connsiteY4" fmla="*/ 6865001 h 6865001"/>
              <a:gd name="connsiteX5" fmla="*/ 716 w 2651518"/>
              <a:gd name="connsiteY5" fmla="*/ 6859826 h 6865001"/>
              <a:gd name="connsiteX6" fmla="*/ 1531 w 2651518"/>
              <a:gd name="connsiteY6" fmla="*/ 1164012 h 6865001"/>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85539 w 2651518"/>
              <a:gd name="connsiteY4" fmla="*/ 680842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670554 w 2651518"/>
              <a:gd name="connsiteY4" fmla="*/ 674454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69112 w 2651518"/>
              <a:gd name="connsiteY4" fmla="*/ 6857700 h 6859826"/>
              <a:gd name="connsiteX5" fmla="*/ 716 w 2651518"/>
              <a:gd name="connsiteY5" fmla="*/ 6859826 h 6859826"/>
              <a:gd name="connsiteX6" fmla="*/ 1531 w 2651518"/>
              <a:gd name="connsiteY6" fmla="*/ 1164012 h 6859826"/>
              <a:gd name="connsiteX0" fmla="*/ 1531 w 2641975"/>
              <a:gd name="connsiteY0" fmla="*/ 1164012 h 6859826"/>
              <a:gd name="connsiteX1" fmla="*/ 1170105 w 2641975"/>
              <a:gd name="connsiteY1" fmla="*/ 392 h 6859826"/>
              <a:gd name="connsiteX2" fmla="*/ 2641894 w 2641975"/>
              <a:gd name="connsiteY2" fmla="*/ 0 h 6859826"/>
              <a:gd name="connsiteX3" fmla="*/ 2565736 w 2641975"/>
              <a:gd name="connsiteY3" fmla="*/ 5033332 h 6859826"/>
              <a:gd name="connsiteX4" fmla="*/ 769112 w 2641975"/>
              <a:gd name="connsiteY4" fmla="*/ 6857700 h 6859826"/>
              <a:gd name="connsiteX5" fmla="*/ 716 w 2641975"/>
              <a:gd name="connsiteY5" fmla="*/ 6859826 h 6859826"/>
              <a:gd name="connsiteX6" fmla="*/ 1531 w 2641975"/>
              <a:gd name="connsiteY6" fmla="*/ 1164012 h 6859826"/>
              <a:gd name="connsiteX0" fmla="*/ 1531 w 2642134"/>
              <a:gd name="connsiteY0" fmla="*/ 1164012 h 6859826"/>
              <a:gd name="connsiteX1" fmla="*/ 1170105 w 2642134"/>
              <a:gd name="connsiteY1" fmla="*/ 392 h 6859826"/>
              <a:gd name="connsiteX2" fmla="*/ 2641894 w 2642134"/>
              <a:gd name="connsiteY2" fmla="*/ 0 h 6859826"/>
              <a:gd name="connsiteX3" fmla="*/ 2627791 w 2642134"/>
              <a:gd name="connsiteY3" fmla="*/ 5073485 h 6859826"/>
              <a:gd name="connsiteX4" fmla="*/ 769112 w 2642134"/>
              <a:gd name="connsiteY4" fmla="*/ 6857700 h 6859826"/>
              <a:gd name="connsiteX5" fmla="*/ 716 w 2642134"/>
              <a:gd name="connsiteY5" fmla="*/ 6859826 h 6859826"/>
              <a:gd name="connsiteX6" fmla="*/ 1531 w 2642134"/>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5073485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374829 w 2631212"/>
              <a:gd name="connsiteY4" fmla="*/ 6832533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164012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612823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279164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0529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391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8780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06335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3000 h 6860003"/>
              <a:gd name="connsiteX1" fmla="*/ 1612685 w 2631212"/>
              <a:gd name="connsiteY1" fmla="*/ 0 h 6860003"/>
              <a:gd name="connsiteX2" fmla="*/ 2630843 w 2631212"/>
              <a:gd name="connsiteY2" fmla="*/ 177 h 6860003"/>
              <a:gd name="connsiteX3" fmla="*/ 2627791 w 2631212"/>
              <a:gd name="connsiteY3" fmla="*/ 4348014 h 6860003"/>
              <a:gd name="connsiteX4" fmla="*/ 716 w 2631212"/>
              <a:gd name="connsiteY4" fmla="*/ 6860003 h 6860003"/>
              <a:gd name="connsiteX5" fmla="*/ 1531 w 2631212"/>
              <a:gd name="connsiteY5" fmla="*/ 1613000 h 686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212" h="6860003">
                <a:moveTo>
                  <a:pt x="1531" y="1613000"/>
                </a:moveTo>
                <a:lnTo>
                  <a:pt x="1612685" y="0"/>
                </a:lnTo>
                <a:lnTo>
                  <a:pt x="2630843" y="177"/>
                </a:lnTo>
                <a:cubicBezTo>
                  <a:pt x="2634052" y="2285448"/>
                  <a:pt x="2614956" y="2081993"/>
                  <a:pt x="2627791" y="4348014"/>
                </a:cubicBezTo>
                <a:lnTo>
                  <a:pt x="716" y="6860003"/>
                </a:lnTo>
                <a:cubicBezTo>
                  <a:pt x="-2055" y="4945305"/>
                  <a:pt x="4302" y="3527698"/>
                  <a:pt x="1531" y="1613000"/>
                </a:cubicBezTo>
                <a:close/>
              </a:path>
            </a:pathLst>
          </a:custGeom>
          <a:blipFill>
            <a:blip r:embed="rId2"/>
            <a:srcRect/>
            <a:stretch>
              <a:fillRect l="-6707" t="3" r="-9021" b="-14673"/>
            </a:stretch>
          </a:blipFill>
        </p:spPr>
        <p:txBody>
          <a:bodyPr/>
          <a:lstStyle>
            <a:lvl1pPr marL="0" indent="0" algn="ctr">
              <a:buFontTx/>
              <a:buNone/>
              <a:defRPr sz="800">
                <a:solidFill>
                  <a:schemeClr val="bg1"/>
                </a:solidFill>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3D3F1E44-3A7E-4C0E-A985-5CDBACD7B91C}"/>
              </a:ext>
            </a:extLst>
          </p:cNvPr>
          <p:cNvSpPr/>
          <p:nvPr userDrawn="1"/>
        </p:nvSpPr>
        <p:spPr>
          <a:xfrm rot="16200000">
            <a:off x="51868" y="4278656"/>
            <a:ext cx="2527477" cy="2631212"/>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7">
            <a:extLst>
              <a:ext uri="{FF2B5EF4-FFF2-40B4-BE49-F238E27FC236}">
                <a16:creationId xmlns:a16="http://schemas.microsoft.com/office/drawing/2014/main" id="{700AF089-4A0D-49B5-AE1A-BD6D8C70997D}"/>
              </a:ext>
            </a:extLst>
          </p:cNvPr>
          <p:cNvSpPr/>
          <p:nvPr userDrawn="1"/>
        </p:nvSpPr>
        <p:spPr>
          <a:xfrm rot="5400000">
            <a:off x="594" y="-594"/>
            <a:ext cx="1612863" cy="1614051"/>
          </a:xfrm>
          <a:custGeom>
            <a:avLst/>
            <a:gdLst>
              <a:gd name="connsiteX0" fmla="*/ 0 w 1170432"/>
              <a:gd name="connsiteY0" fmla="*/ 0 h 1171294"/>
              <a:gd name="connsiteX1" fmla="*/ 1170432 w 1170432"/>
              <a:gd name="connsiteY1" fmla="*/ 0 h 1171294"/>
              <a:gd name="connsiteX2" fmla="*/ 1170432 w 1170432"/>
              <a:gd name="connsiteY2" fmla="*/ 1171294 h 1171294"/>
              <a:gd name="connsiteX3" fmla="*/ 0 w 1170432"/>
              <a:gd name="connsiteY3" fmla="*/ 1171294 h 1171294"/>
              <a:gd name="connsiteX4" fmla="*/ 0 w 1170432"/>
              <a:gd name="connsiteY4" fmla="*/ 0 h 1171294"/>
              <a:gd name="connsiteX0" fmla="*/ 0 w 1170432"/>
              <a:gd name="connsiteY0" fmla="*/ 0 h 1171294"/>
              <a:gd name="connsiteX1" fmla="*/ 1170432 w 1170432"/>
              <a:gd name="connsiteY1" fmla="*/ 1171294 h 1171294"/>
              <a:gd name="connsiteX2" fmla="*/ 0 w 1170432"/>
              <a:gd name="connsiteY2" fmla="*/ 1171294 h 1171294"/>
              <a:gd name="connsiteX3" fmla="*/ 0 w 1170432"/>
              <a:gd name="connsiteY3" fmla="*/ 0 h 1171294"/>
            </a:gdLst>
            <a:ahLst/>
            <a:cxnLst>
              <a:cxn ang="0">
                <a:pos x="connsiteX0" y="connsiteY0"/>
              </a:cxn>
              <a:cxn ang="0">
                <a:pos x="connsiteX1" y="connsiteY1"/>
              </a:cxn>
              <a:cxn ang="0">
                <a:pos x="connsiteX2" y="connsiteY2"/>
              </a:cxn>
              <a:cxn ang="0">
                <a:pos x="connsiteX3" y="connsiteY3"/>
              </a:cxn>
            </a:cxnLst>
            <a:rect l="l" t="t" r="r" b="b"/>
            <a:pathLst>
              <a:path w="1170432" h="1171294">
                <a:moveTo>
                  <a:pt x="0" y="0"/>
                </a:moveTo>
                <a:lnTo>
                  <a:pt x="1170432" y="1171294"/>
                </a:lnTo>
                <a:lnTo>
                  <a:pt x="0" y="1171294"/>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a:extLst>
              <a:ext uri="{FF2B5EF4-FFF2-40B4-BE49-F238E27FC236}">
                <a16:creationId xmlns:a16="http://schemas.microsoft.com/office/drawing/2014/main" id="{FC085989-FC25-4546-BA5C-83C348426BC2}"/>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5" name="Picture 13">
            <a:extLst>
              <a:ext uri="{FF2B5EF4-FFF2-40B4-BE49-F238E27FC236}">
                <a16:creationId xmlns:a16="http://schemas.microsoft.com/office/drawing/2014/main" id="{C42CFAC9-1188-490D-9774-C22E5FA5434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0475082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f_1 Column Text, Graphic,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p:nvPr>
        </p:nvSpPr>
        <p:spPr>
          <a:xfrm>
            <a:off x="837633" y="559594"/>
            <a:ext cx="10515600" cy="1132046"/>
          </a:xfrm>
        </p:spPr>
        <p:txBody>
          <a:bodyPr lIns="0" tIns="0" rIns="0" bIns="0" anchor="t"/>
          <a:lstStyle>
            <a:lvl1pPr>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835152" y="1820235"/>
            <a:ext cx="10515600" cy="4013104"/>
          </a:xfrm>
        </p:spPr>
        <p:txBody>
          <a:bodyPr/>
          <a:lstStyle>
            <a:lvl1pPr>
              <a:defRPr/>
            </a:lvl1pPr>
          </a:lstStyle>
          <a:p>
            <a:pPr lvl="0"/>
            <a:r>
              <a:rPr lang="en-US" dirty="0"/>
              <a:t>Click to insert text</a:t>
            </a:r>
            <a:r>
              <a:rPr lang="en-US"/>
              <a:t>, graphic, or table</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838200" y="6085840"/>
            <a:ext cx="10512552" cy="256032"/>
          </a:xfrm>
        </p:spPr>
        <p:txBody>
          <a:bodyPr lIns="0">
            <a:normAutofit/>
          </a:bodyPr>
          <a:lstStyle>
            <a:lvl1pPr marL="0" indent="0">
              <a:buNone/>
              <a:defRPr sz="1200" b="0">
                <a:solidFill>
                  <a:schemeClr val="accent1"/>
                </a:solidFill>
              </a:defRPr>
            </a:lvl1pPr>
          </a:lstStyle>
          <a:p>
            <a:pPr lvl="0"/>
            <a:r>
              <a:rPr lang="en-US" dirty="0"/>
              <a:t>Click to insert notes or caption for graphic or table.</a:t>
            </a:r>
          </a:p>
        </p:txBody>
      </p:sp>
      <p:sp>
        <p:nvSpPr>
          <p:cNvPr id="31" name="Slide Number Placeholder 8">
            <a:extLst>
              <a:ext uri="{FF2B5EF4-FFF2-40B4-BE49-F238E27FC236}">
                <a16:creationId xmlns:a16="http://schemas.microsoft.com/office/drawing/2014/main" id="{7CF9C89C-4280-43DF-90B6-8645B593594B}"/>
              </a:ext>
            </a:extLst>
          </p:cNvPr>
          <p:cNvSpPr txBox="1">
            <a:spLocks/>
          </p:cNvSpPr>
          <p:nvPr userDrawn="1"/>
        </p:nvSpPr>
        <p:spPr>
          <a:xfrm>
            <a:off x="11314688" y="6085841"/>
            <a:ext cx="508749" cy="508532"/>
          </a:xfrm>
          <a:prstGeom prst="rect">
            <a:avLst/>
          </a:prstGeom>
        </p:spPr>
        <p:txBody>
          <a:bodyPr vert="horz" lIns="0" tIns="0" rIns="0" bIns="0" rtlCol="0" anchor="b"/>
          <a:lstStyle>
            <a:defPPr>
              <a:defRPr lang="en-US"/>
            </a:defPPr>
            <a:lvl1pPr marL="0" algn="r" defTabSz="914400" rtl="0" eaLnBrk="1" latinLnBrk="0" hangingPunct="1">
              <a:defRPr sz="12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6D25CF-0D6E-4844-B79B-06FF722D38A1}" type="slidenum">
              <a:rPr lang="en-US" smtClean="0"/>
              <a:pPr/>
              <a:t>‹#›</a:t>
            </a:fld>
            <a:endParaRPr lang="en-US" dirty="0"/>
          </a:p>
        </p:txBody>
      </p:sp>
      <p:sp>
        <p:nvSpPr>
          <p:cNvPr id="13" name="Rectangle 6">
            <a:extLst>
              <a:ext uri="{FF2B5EF4-FFF2-40B4-BE49-F238E27FC236}">
                <a16:creationId xmlns:a16="http://schemas.microsoft.com/office/drawing/2014/main" id="{954965BA-D397-428E-B952-AD13EFAA4EE9}"/>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7F20BAF9-7414-4C87-B165-36BD36B02488}"/>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9" name="Picture 13">
            <a:extLst>
              <a:ext uri="{FF2B5EF4-FFF2-40B4-BE49-F238E27FC236}">
                <a16:creationId xmlns:a16="http://schemas.microsoft.com/office/drawing/2014/main" id="{56DF348F-89AC-498D-90A1-DA85FB13E50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583197970"/>
      </p:ext>
    </p:extLst>
  </p:cSld>
  <p:clrMapOvr>
    <a:masterClrMapping/>
  </p:clrMapOvr>
  <p:extLst>
    <p:ext uri="{DCECCB84-F9BA-43D5-87BE-67443E8EF086}">
      <p15:sldGuideLst xmlns:p15="http://schemas.microsoft.com/office/powerpoint/2012/main">
        <p15:guide id="1" orient="horz" pos="360" userDrawn="1">
          <p15:clr>
            <a:srgbClr val="FBAE40"/>
          </p15:clr>
        </p15:guide>
        <p15:guide id="2" pos="528" userDrawn="1">
          <p15:clr>
            <a:srgbClr val="FBAE40"/>
          </p15:clr>
        </p15:guide>
        <p15:guide id="3" orient="horz" pos="115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g_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8200" y="578412"/>
            <a:ext cx="10515600" cy="1113227"/>
          </a:xfrm>
        </p:spPr>
        <p:txBody>
          <a:bodyPr lIns="0" tIns="0" rIns="0" bIns="0" anchor="t"/>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841248" y="1801368"/>
            <a:ext cx="5000377" cy="4284472"/>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6350374" y="1801368"/>
            <a:ext cx="5068270" cy="4284472"/>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02229" y="6085840"/>
            <a:ext cx="521208" cy="508533"/>
          </a:xfrm>
        </p:spPr>
        <p:txBody>
          <a:bodyPr lIns="0" tIns="0" rIns="0" bIns="0" anchor="b"/>
          <a:lstStyle/>
          <a:p>
            <a:fld id="{CD6D25CF-0D6E-4844-B79B-06FF722D38A1}" type="slidenum">
              <a:rPr lang="en-US" smtClean="0"/>
              <a:t>‹#›</a:t>
            </a:fld>
            <a:endParaRPr lang="en-US"/>
          </a:p>
        </p:txBody>
      </p:sp>
      <p:sp>
        <p:nvSpPr>
          <p:cNvPr id="11" name="Rectangle 6">
            <a:extLst>
              <a:ext uri="{FF2B5EF4-FFF2-40B4-BE49-F238E27FC236}">
                <a16:creationId xmlns:a16="http://schemas.microsoft.com/office/drawing/2014/main" id="{EE951EFE-BB5F-44C3-97CE-B7646C344835}"/>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4F926029-C113-423A-9E18-4F84A5772B46}"/>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77318AA8-B0D7-478D-BF6F-0C652E60A50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176735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h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9788" y="559593"/>
            <a:ext cx="10515600" cy="1131095"/>
          </a:xfrm>
        </p:spPr>
        <p:txBody>
          <a:bodyPr lIns="0" tIns="0" rIns="0" bIns="0" anchor="t"/>
          <a:lstStyle>
            <a:lvl1pPr>
              <a:defRPr/>
            </a:lvl1pPr>
          </a:lstStyle>
          <a:p>
            <a:r>
              <a:rPr lang="en-US" dirty="0"/>
              <a:t>Click to edit title</a:t>
            </a:r>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9788" y="1798983"/>
            <a:ext cx="3227832" cy="4151376"/>
          </a:xfrm>
        </p:spPr>
        <p:txBody>
          <a:bodyPr lIns="91440" tIns="45720" rIns="91440" bIns="45720" anchor="t"/>
          <a:lstStyle>
            <a:lvl1pPr marL="228600" indent="-228600" algn="l">
              <a:spcBef>
                <a:spcPts val="1000"/>
              </a:spcBef>
              <a:buFont typeface="Arial Black" panose="020B0A04020102090204" pitchFamily="34" charset="0"/>
              <a:buChar char="⁄"/>
              <a:defRPr sz="2800" b="1"/>
            </a:lvl1pPr>
            <a:lvl2pPr marL="457200" indent="-228600">
              <a:buFont typeface="Times New Roman" panose="02020603050405020304" pitchFamily="18" charset="0"/>
              <a:buChar char="-"/>
              <a:defRPr sz="2400" b="0"/>
            </a:lvl2pPr>
            <a:lvl3pPr marL="685800" indent="-228600">
              <a:buFont typeface="Courier New" panose="02070309020205020404" pitchFamily="49" charset="0"/>
              <a:buChar char="o"/>
              <a:defRPr sz="2000" b="0"/>
            </a:lvl3pPr>
            <a:lvl4pPr marL="914400" indent="-228600">
              <a:buFont typeface="Times New Roman" panose="02020603050405020304" pitchFamily="18" charset="0"/>
              <a:buChar char="-"/>
              <a:defRPr sz="1800" b="0"/>
            </a:lvl4pPr>
            <a:lvl5pPr marL="1143000" indent="-228600">
              <a:buFont typeface="Arial" panose="020B0604020202020204" pitchFamily="34" charset="0"/>
              <a:buChar char="•"/>
              <a:defRPr sz="1800" b="0"/>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4482084" y="1798983"/>
            <a:ext cx="3227832" cy="4151376"/>
          </a:xfrm>
        </p:spPr>
        <p:txBody>
          <a:bodyPr/>
          <a:lstStyle>
            <a:lvl1pPr>
              <a:spcBef>
                <a:spcPts val="500"/>
              </a:spcBef>
              <a:defRPr/>
            </a:lvl1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8124380" y="1798983"/>
            <a:ext cx="3227832" cy="415137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7" y="6058654"/>
            <a:ext cx="508750" cy="535719"/>
          </a:xfrm>
        </p:spPr>
        <p:txBody>
          <a:bodyPr lIns="0" tIns="0" rIns="0" bIns="0" anchor="b"/>
          <a:lstStyle>
            <a:lvl1pPr algn="r">
              <a:defRPr/>
            </a:lvl1pPr>
          </a:lstStyle>
          <a:p>
            <a:fld id="{CD6D25CF-0D6E-4844-B79B-06FF722D38A1}" type="slidenum">
              <a:rPr lang="en-US" smtClean="0"/>
              <a:pPr/>
              <a:t>‹#›</a:t>
            </a:fld>
            <a:endParaRPr lang="en-US" dirty="0"/>
          </a:p>
        </p:txBody>
      </p:sp>
      <p:cxnSp>
        <p:nvCxnSpPr>
          <p:cNvPr id="13" name="Straight Connector 12">
            <a:extLst>
              <a:ext uri="{FF2B5EF4-FFF2-40B4-BE49-F238E27FC236}">
                <a16:creationId xmlns:a16="http://schemas.microsoft.com/office/drawing/2014/main" id="{15CE5E7F-8AFE-44E0-8D88-3FA34811C067}"/>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7" name="Rectangle 6">
            <a:extLst>
              <a:ext uri="{FF2B5EF4-FFF2-40B4-BE49-F238E27FC236}">
                <a16:creationId xmlns:a16="http://schemas.microsoft.com/office/drawing/2014/main" id="{24307D8A-07F8-4535-9DED-6573D5D1686D}"/>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3">
            <a:extLst>
              <a:ext uri="{FF2B5EF4-FFF2-40B4-BE49-F238E27FC236}">
                <a16:creationId xmlns:a16="http://schemas.microsoft.com/office/drawing/2014/main" id="{EE0E3778-B153-4D19-9F96-2B13F2CCF7C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123560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b_Contac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p:nvPr>
        </p:nvSpPr>
        <p:spPr>
          <a:xfrm>
            <a:off x="839788" y="559595"/>
            <a:ext cx="10515600" cy="1170432"/>
          </a:xfrm>
        </p:spPr>
        <p:txBody>
          <a:bodyPr lIns="0" tIns="0" rIns="0" bIns="0"/>
          <a:lstStyle>
            <a:lvl1pP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9788" y="1990565"/>
            <a:ext cx="5029200" cy="1453896"/>
          </a:xfrm>
        </p:spPr>
        <p:txBody>
          <a:bodyPr anchor="t">
            <a:normAutofit/>
          </a:bodyPr>
          <a:lstStyle>
            <a:lvl1pPr marL="0" indent="0">
              <a:buNone/>
              <a:defRPr lang="en-US" sz="2400" b="1" kern="1200" dirty="0">
                <a:solidFill>
                  <a:schemeClr val="tx2"/>
                </a:solidFill>
                <a:latin typeface="+mj-lt"/>
                <a:ea typeface="+mn-ea"/>
                <a:cs typeface="+mn-cs"/>
              </a:defRPr>
            </a:lvl1pPr>
            <a:lvl2pPr marL="0" indent="0">
              <a:buNone/>
              <a:defRPr sz="2000" b="0"/>
            </a:lvl2pPr>
            <a:lvl3pPr marL="0" indent="0">
              <a:buNone/>
              <a:defRPr sz="1800" b="0">
                <a:solidFill>
                  <a:schemeClr val="tx2"/>
                </a:solidFill>
              </a:defRPr>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Details</a:t>
            </a:r>
          </a:p>
          <a:p>
            <a:pPr lvl="2"/>
            <a:r>
              <a:rPr lang="en-US" dirty="0"/>
              <a:t>Company, other affiliation</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839788" y="3674078"/>
            <a:ext cx="5029200" cy="1453896"/>
          </a:xfrm>
        </p:spPr>
        <p:txBody>
          <a:bodyPr/>
          <a:lstStyle>
            <a:lvl1pPr marL="0" indent="0">
              <a:buNone/>
              <a:defRPr sz="2400"/>
            </a:lvl1pPr>
            <a:lvl2pPr marL="0" indent="0">
              <a:buNone/>
              <a:defRPr lang="en-US" sz="2000" b="0" kern="1200" dirty="0">
                <a:solidFill>
                  <a:schemeClr val="tx1"/>
                </a:solidFill>
                <a:latin typeface="+mn-lt"/>
                <a:ea typeface="+mn-ea"/>
                <a:cs typeface="+mn-cs"/>
              </a:defRPr>
            </a:lvl2pPr>
            <a:lvl3pPr marL="0" indent="0">
              <a:buNone/>
              <a:defRPr lang="en-US" sz="1800" b="0" kern="1200" dirty="0">
                <a:solidFill>
                  <a:schemeClr val="tx2"/>
                </a:solidFill>
                <a:latin typeface="+mn-lt"/>
                <a:ea typeface="+mn-ea"/>
                <a:cs typeface="+mn-cs"/>
              </a:defRPr>
            </a:lvl3pPr>
            <a:lvl4pPr marL="685800" indent="0">
              <a:buNone/>
              <a:defRPr/>
            </a:lvl4pPr>
            <a:lvl5pPr marL="914400" indent="0">
              <a:buNone/>
              <a:defRPr/>
            </a:lvl5pPr>
          </a:lstStyle>
          <a:p>
            <a:pPr lvl="0"/>
            <a:r>
              <a:rPr lang="en-US" dirty="0"/>
              <a:t>Name</a:t>
            </a:r>
          </a:p>
          <a:p>
            <a:pPr lvl="1"/>
            <a:r>
              <a:rPr lang="en-US" dirty="0"/>
              <a:t>Details</a:t>
            </a:r>
          </a:p>
          <a:p>
            <a:pPr lvl="2"/>
            <a:r>
              <a:rPr lang="en-US" dirty="0"/>
              <a:t>Company, other affiliation</a:t>
            </a:r>
          </a:p>
        </p:txBody>
      </p:sp>
      <p:sp>
        <p:nvSpPr>
          <p:cNvPr id="5" name="Text Placeholder 4">
            <a:extLst>
              <a:ext uri="{FF2B5EF4-FFF2-40B4-BE49-F238E27FC236}">
                <a16:creationId xmlns:a16="http://schemas.microsoft.com/office/drawing/2014/main" id="{2A953E42-6C15-4A8D-AFA8-51B1D8EA9A81}"/>
              </a:ext>
            </a:extLst>
          </p:cNvPr>
          <p:cNvSpPr>
            <a:spLocks noGrp="1"/>
          </p:cNvSpPr>
          <p:nvPr>
            <p:ph type="body" sz="quarter" idx="3" hasCustomPrompt="1"/>
          </p:nvPr>
        </p:nvSpPr>
        <p:spPr>
          <a:xfrm>
            <a:off x="6323012" y="1989264"/>
            <a:ext cx="5029200" cy="1453896"/>
          </a:xfrm>
        </p:spPr>
        <p:txBody>
          <a:bodyPr anchor="t"/>
          <a:lstStyle>
            <a:lvl1pPr marL="0" indent="0">
              <a:buNone/>
              <a:defRPr sz="2400" b="1"/>
            </a:lvl1pPr>
            <a:lvl2pPr marL="0" indent="0">
              <a:buNone/>
              <a:defRPr sz="2000" b="0"/>
            </a:lvl2pPr>
            <a:lvl3pPr marL="0" indent="0">
              <a:buNone/>
              <a:defRPr sz="1800" b="0">
                <a:solidFill>
                  <a:schemeClr val="tx2"/>
                </a:solidFill>
              </a:defRPr>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Details</a:t>
            </a:r>
          </a:p>
          <a:p>
            <a:pPr lvl="2"/>
            <a:r>
              <a:rPr lang="en-US" dirty="0"/>
              <a:t>Company, other affiliation</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6323014" y="3674078"/>
            <a:ext cx="5029200" cy="1453896"/>
          </a:xfrm>
        </p:spPr>
        <p:txBody>
          <a:bodyPr/>
          <a:lstStyle>
            <a:lvl1pPr marL="0" indent="0">
              <a:buNone/>
              <a:defRPr sz="2400"/>
            </a:lvl1pPr>
            <a:lvl2pPr marL="0" indent="0">
              <a:buNone/>
              <a:defRPr sz="2000"/>
            </a:lvl2pPr>
            <a:lvl3pPr marL="0" indent="0">
              <a:buFont typeface="Arial" panose="020B0604020202020204" pitchFamily="34" charset="0"/>
              <a:buNone/>
              <a:defRPr sz="1800">
                <a:solidFill>
                  <a:schemeClr val="tx2"/>
                </a:solidFill>
              </a:defRPr>
            </a:lvl3pPr>
          </a:lstStyle>
          <a:p>
            <a:pPr lvl="0"/>
            <a:r>
              <a:rPr lang="en-US" dirty="0"/>
              <a:t>Name</a:t>
            </a:r>
          </a:p>
          <a:p>
            <a:pPr lvl="1"/>
            <a:r>
              <a:rPr lang="en-US" dirty="0"/>
              <a:t>Details</a:t>
            </a:r>
          </a:p>
          <a:p>
            <a:pPr lvl="2"/>
            <a:r>
              <a:rPr lang="en-US" dirty="0"/>
              <a:t>Company, other affiliation</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85840"/>
            <a:ext cx="508748" cy="508533"/>
          </a:xfrm>
        </p:spPr>
        <p:txBody>
          <a:bodyPr lIns="0" tIns="0" rIns="0" bIns="0" anchor="b"/>
          <a:lstStyle/>
          <a:p>
            <a:fld id="{CD6D25CF-0D6E-4844-B79B-06FF722D38A1}" type="slidenum">
              <a:rPr lang="en-US" smtClean="0"/>
              <a:t>‹#›</a:t>
            </a:fld>
            <a:endParaRPr lang="en-US"/>
          </a:p>
        </p:txBody>
      </p:sp>
      <p:cxnSp>
        <p:nvCxnSpPr>
          <p:cNvPr id="13" name="Straight Connector 12">
            <a:extLst>
              <a:ext uri="{FF2B5EF4-FFF2-40B4-BE49-F238E27FC236}">
                <a16:creationId xmlns:a16="http://schemas.microsoft.com/office/drawing/2014/main" id="{228984F5-0CF0-4A1C-A73A-EB4A4BB663EB}"/>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4" name="Rectangle 6">
            <a:extLst>
              <a:ext uri="{FF2B5EF4-FFF2-40B4-BE49-F238E27FC236}">
                <a16:creationId xmlns:a16="http://schemas.microsoft.com/office/drawing/2014/main" id="{C59E2D13-0326-47D1-9963-8E8213E428D2}"/>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3">
            <a:extLst>
              <a:ext uri="{FF2B5EF4-FFF2-40B4-BE49-F238E27FC236}">
                <a16:creationId xmlns:a16="http://schemas.microsoft.com/office/drawing/2014/main" id="{D1597AA1-6BBC-4B0F-86F1-A2A48BD98D4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108172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c_Referenc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0B11-8E75-4D19-AC4A-EAF19C36CD39}"/>
              </a:ext>
            </a:extLst>
          </p:cNvPr>
          <p:cNvSpPr>
            <a:spLocks noGrp="1"/>
          </p:cNvSpPr>
          <p:nvPr>
            <p:ph type="title" hasCustomPrompt="1"/>
          </p:nvPr>
        </p:nvSpPr>
        <p:spPr>
          <a:xfrm>
            <a:off x="841248" y="575921"/>
            <a:ext cx="10473439" cy="1127294"/>
          </a:xfrm>
        </p:spPr>
        <p:txBody>
          <a:bodyPr lIns="0" tIns="0" rIns="0" bIns="0" anchor="t">
            <a:normAutofit/>
          </a:bodyPr>
          <a:lstStyle>
            <a:lvl1pPr>
              <a:defRPr sz="4400"/>
            </a:lvl1pPr>
          </a:lstStyle>
          <a:p>
            <a:r>
              <a:rPr lang="en-US" dirty="0"/>
              <a:t>Click to edit title</a:t>
            </a:r>
          </a:p>
        </p:txBody>
      </p:sp>
      <p:sp>
        <p:nvSpPr>
          <p:cNvPr id="3" name="Content Placeholder 2">
            <a:extLst>
              <a:ext uri="{FF2B5EF4-FFF2-40B4-BE49-F238E27FC236}">
                <a16:creationId xmlns:a16="http://schemas.microsoft.com/office/drawing/2014/main" id="{6C8823E5-619B-4901-90EE-290765003971}"/>
              </a:ext>
            </a:extLst>
          </p:cNvPr>
          <p:cNvSpPr>
            <a:spLocks noGrp="1"/>
          </p:cNvSpPr>
          <p:nvPr>
            <p:ph idx="1" hasCustomPrompt="1"/>
          </p:nvPr>
        </p:nvSpPr>
        <p:spPr>
          <a:xfrm>
            <a:off x="841248" y="1820235"/>
            <a:ext cx="10473439" cy="3730751"/>
          </a:xfrm>
        </p:spPr>
        <p:txBody>
          <a:bodyPr/>
          <a:lstStyle>
            <a:lvl1pPr marL="0" indent="0">
              <a:buFont typeface="Arial" panose="020B0604020202020204" pitchFamily="34" charset="0"/>
              <a:buNone/>
              <a:defRPr sz="1800"/>
            </a:lvl1pPr>
            <a:lvl2pPr marL="274320" indent="0">
              <a:buNone/>
              <a:defRPr sz="1600"/>
            </a:lvl2pPr>
            <a:lvl3pPr marL="457200" indent="0">
              <a:buNone/>
              <a:defRPr sz="2000"/>
            </a:lvl3pPr>
            <a:lvl4pPr marL="685800" indent="0">
              <a:buNone/>
              <a:defRPr sz="1800"/>
            </a:lvl4pPr>
            <a:lvl5pPr marL="914400" indent="0">
              <a:buNone/>
              <a:defRPr sz="1800"/>
            </a:lvl5pPr>
            <a:lvl6pPr>
              <a:defRPr sz="2000"/>
            </a:lvl6pPr>
            <a:lvl7pPr>
              <a:defRPr sz="2000"/>
            </a:lvl7pPr>
            <a:lvl8pPr>
              <a:defRPr sz="2000"/>
            </a:lvl8pPr>
            <a:lvl9pPr>
              <a:defRPr sz="2000"/>
            </a:lvl9pPr>
          </a:lstStyle>
          <a:p>
            <a:pPr lvl="0"/>
            <a:r>
              <a:rPr lang="en-US" dirty="0"/>
              <a:t>Click to insert list head</a:t>
            </a:r>
          </a:p>
          <a:p>
            <a:pPr lvl="1"/>
            <a:r>
              <a:rPr lang="en-US" dirty="0"/>
              <a:t>Reference, notes, or other end of presentation list</a:t>
            </a:r>
          </a:p>
        </p:txBody>
      </p:sp>
      <p:sp>
        <p:nvSpPr>
          <p:cNvPr id="7" name="Slide Number Placeholder 6">
            <a:extLst>
              <a:ext uri="{FF2B5EF4-FFF2-40B4-BE49-F238E27FC236}">
                <a16:creationId xmlns:a16="http://schemas.microsoft.com/office/drawing/2014/main" id="{8FDABD00-34B4-45A7-B1A7-2336868CCEC4}"/>
              </a:ext>
            </a:extLst>
          </p:cNvPr>
          <p:cNvSpPr>
            <a:spLocks noGrp="1"/>
          </p:cNvSpPr>
          <p:nvPr>
            <p:ph type="sldNum" sz="quarter" idx="12"/>
          </p:nvPr>
        </p:nvSpPr>
        <p:spPr>
          <a:xfrm>
            <a:off x="11314687" y="6085840"/>
            <a:ext cx="508749" cy="508533"/>
          </a:xfrm>
        </p:spPr>
        <p:txBody>
          <a:bodyPr lIns="0" tIns="0" rIns="0" bIns="0" anchor="b"/>
          <a:lstStyle>
            <a:lvl1pPr algn="r">
              <a:defRPr/>
            </a:lvl1pPr>
          </a:lstStyle>
          <a:p>
            <a:fld id="{CD6D25CF-0D6E-4844-B79B-06FF722D38A1}" type="slidenum">
              <a:rPr lang="en-US" smtClean="0"/>
              <a:pPr/>
              <a:t>‹#›</a:t>
            </a:fld>
            <a:endParaRPr lang="en-US" dirty="0"/>
          </a:p>
        </p:txBody>
      </p:sp>
      <p:sp>
        <p:nvSpPr>
          <p:cNvPr id="13" name="Rectangle 6">
            <a:extLst>
              <a:ext uri="{FF2B5EF4-FFF2-40B4-BE49-F238E27FC236}">
                <a16:creationId xmlns:a16="http://schemas.microsoft.com/office/drawing/2014/main" id="{C07A3046-7200-41A4-A044-38A67A028AA9}"/>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a:extLst>
              <a:ext uri="{FF2B5EF4-FFF2-40B4-BE49-F238E27FC236}">
                <a16:creationId xmlns:a16="http://schemas.microsoft.com/office/drawing/2014/main" id="{B1C4D270-B107-4C2B-BE76-06C48869CDE3}"/>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8" name="Picture 13">
            <a:extLst>
              <a:ext uri="{FF2B5EF4-FFF2-40B4-BE49-F238E27FC236}">
                <a16:creationId xmlns:a16="http://schemas.microsoft.com/office/drawing/2014/main" id="{AD2DAA5F-68FD-4F62-8A20-1174FA8263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29497998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d_Questions">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C490463-F03D-4306-8545-812ED6F14E0F}"/>
              </a:ext>
            </a:extLst>
          </p:cNvPr>
          <p:cNvSpPr/>
          <p:nvPr userDrawn="1"/>
        </p:nvSpPr>
        <p:spPr>
          <a:xfrm>
            <a:off x="0" y="-6706"/>
            <a:ext cx="12192000" cy="6858000"/>
          </a:xfrm>
          <a:prstGeom prst="rect">
            <a:avLst/>
          </a:pr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6DC3D4B8-7FA4-42A1-907B-3A08340260A6}"/>
              </a:ext>
            </a:extLst>
          </p:cNvPr>
          <p:cNvSpPr>
            <a:spLocks noGrp="1"/>
          </p:cNvSpPr>
          <p:nvPr>
            <p:ph type="title" hasCustomPrompt="1"/>
          </p:nvPr>
        </p:nvSpPr>
        <p:spPr>
          <a:xfrm>
            <a:off x="838200" y="3097609"/>
            <a:ext cx="10515600" cy="662782"/>
          </a:xfrm>
        </p:spPr>
        <p:txBody>
          <a:bodyPr lIns="0" tIns="0" rIns="0" bIns="0">
            <a:noAutofit/>
          </a:bodyPr>
          <a:lstStyle>
            <a:lvl1pPr algn="ctr">
              <a:defRPr sz="2800" b="1">
                <a:solidFill>
                  <a:schemeClr val="bg1"/>
                </a:solidFill>
              </a:defRPr>
            </a:lvl1pPr>
          </a:lstStyle>
          <a:p>
            <a:pPr lvl="0"/>
            <a:r>
              <a:rPr lang="en-US" dirty="0"/>
              <a:t>Questions?</a:t>
            </a:r>
          </a:p>
        </p:txBody>
      </p:sp>
      <p:cxnSp>
        <p:nvCxnSpPr>
          <p:cNvPr id="9" name="Straight Connector 8">
            <a:extLst>
              <a:ext uri="{FF2B5EF4-FFF2-40B4-BE49-F238E27FC236}">
                <a16:creationId xmlns:a16="http://schemas.microsoft.com/office/drawing/2014/main" id="{4C0C52EC-68C9-4B07-8A18-A51230252915}"/>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0" name="Rectangle 6">
            <a:extLst>
              <a:ext uri="{FF2B5EF4-FFF2-40B4-BE49-F238E27FC236}">
                <a16:creationId xmlns:a16="http://schemas.microsoft.com/office/drawing/2014/main" id="{8A5A731B-447B-469E-AB27-20346F482691}"/>
              </a:ext>
            </a:extLst>
          </p:cNvPr>
          <p:cNvSpPr>
            <a:spLocks noChangeAspect="1"/>
          </p:cNvSpPr>
          <p:nvPr userDrawn="1"/>
        </p:nvSpPr>
        <p:spPr>
          <a:xfrm>
            <a:off x="0" y="-6706"/>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Slide Number Placeholder 6">
            <a:extLst>
              <a:ext uri="{FF2B5EF4-FFF2-40B4-BE49-F238E27FC236}">
                <a16:creationId xmlns:a16="http://schemas.microsoft.com/office/drawing/2014/main" id="{5EA08E8E-9736-439D-B24B-D774AF61C83A}"/>
              </a:ext>
            </a:extLst>
          </p:cNvPr>
          <p:cNvSpPr>
            <a:spLocks noGrp="1"/>
          </p:cNvSpPr>
          <p:nvPr>
            <p:ph type="sldNum" sz="quarter" idx="12"/>
          </p:nvPr>
        </p:nvSpPr>
        <p:spPr>
          <a:xfrm>
            <a:off x="11314687" y="6085840"/>
            <a:ext cx="508749" cy="508533"/>
          </a:xfrm>
        </p:spPr>
        <p:txBody>
          <a:bodyPr lIns="0" tIns="0" rIns="0" bIns="0" anchor="b"/>
          <a:lstStyle>
            <a:lvl1pPr algn="r">
              <a:defRPr/>
            </a:lvl1pPr>
          </a:lstStyle>
          <a:p>
            <a:fld id="{CD6D25CF-0D6E-4844-B79B-06FF722D38A1}" type="slidenum">
              <a:rPr lang="en-US" smtClean="0"/>
              <a:pPr/>
              <a:t>‹#›</a:t>
            </a:fld>
            <a:endParaRPr lang="en-US" dirty="0"/>
          </a:p>
        </p:txBody>
      </p:sp>
      <p:pic>
        <p:nvPicPr>
          <p:cNvPr id="12" name="Picture 13">
            <a:extLst>
              <a:ext uri="{FF2B5EF4-FFF2-40B4-BE49-F238E27FC236}">
                <a16:creationId xmlns:a16="http://schemas.microsoft.com/office/drawing/2014/main" id="{DE8722EF-A259-44E3-9F4D-34AC896C716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
        <p:nvSpPr>
          <p:cNvPr id="15" name="Content Placeholder 5">
            <a:extLst>
              <a:ext uri="{FF2B5EF4-FFF2-40B4-BE49-F238E27FC236}">
                <a16:creationId xmlns:a16="http://schemas.microsoft.com/office/drawing/2014/main" id="{0D464496-35A4-4BBD-975A-6F77FBA8DF67}"/>
              </a:ext>
            </a:extLst>
          </p:cNvPr>
          <p:cNvSpPr>
            <a:spLocks noGrp="1"/>
          </p:cNvSpPr>
          <p:nvPr>
            <p:ph sz="quarter" idx="4" hasCustomPrompt="1"/>
          </p:nvPr>
        </p:nvSpPr>
        <p:spPr>
          <a:xfrm>
            <a:off x="838200" y="6252094"/>
            <a:ext cx="10512552" cy="256032"/>
          </a:xfrm>
        </p:spPr>
        <p:txBody>
          <a:bodyPr lIns="0">
            <a:normAutofit/>
          </a:bodyPr>
          <a:lstStyle>
            <a:lvl1pPr marL="0" indent="0">
              <a:buNone/>
              <a:defRPr sz="1200" b="0">
                <a:solidFill>
                  <a:schemeClr val="bg1"/>
                </a:solidFill>
              </a:defRPr>
            </a:lvl1pPr>
          </a:lstStyle>
          <a:p>
            <a:pPr lvl="0"/>
            <a:r>
              <a:rPr lang="en-US" dirty="0"/>
              <a:t>Mathematica, Progress Together, and the “spotlight M” logo are registered trademarks of Mathematica Inc.</a:t>
            </a:r>
          </a:p>
        </p:txBody>
      </p:sp>
    </p:spTree>
    <p:extLst>
      <p:ext uri="{BB962C8B-B14F-4D97-AF65-F5344CB8AC3E}">
        <p14:creationId xmlns:p14="http://schemas.microsoft.com/office/powerpoint/2010/main" val="373995518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7CBCD9-AFE8-409A-96A7-8A3CDDD451DA}"/>
              </a:ext>
            </a:extLst>
          </p:cNvPr>
          <p:cNvSpPr>
            <a:spLocks noGrp="1"/>
          </p:cNvSpPr>
          <p:nvPr>
            <p:ph type="title"/>
          </p:nvPr>
        </p:nvSpPr>
        <p:spPr>
          <a:xfrm>
            <a:off x="838200" y="559593"/>
            <a:ext cx="10515600" cy="113204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0B0C11C-AD98-4E69-87AD-DFC10FC3A8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here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980E354-FFB6-407D-AEC6-BCE5912055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A1911003-60BD-4CA1-A61A-744245800A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5AA4A4F-2255-4556-BD44-F6424CBCEF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accent3"/>
                </a:solidFill>
              </a:defRPr>
            </a:lvl1pPr>
          </a:lstStyle>
          <a:p>
            <a:fld id="{6376EE71-D9CD-4866-A3E7-C3EB3486CB5C}" type="slidenum">
              <a:rPr lang="en-US" smtClean="0"/>
              <a:pPr/>
              <a:t>‹#›</a:t>
            </a:fld>
            <a:endParaRPr lang="en-US" dirty="0"/>
          </a:p>
        </p:txBody>
      </p:sp>
    </p:spTree>
    <p:extLst>
      <p:ext uri="{BB962C8B-B14F-4D97-AF65-F5344CB8AC3E}">
        <p14:creationId xmlns:p14="http://schemas.microsoft.com/office/powerpoint/2010/main" val="409869081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15" r:id="rId5"/>
    <p:sldLayoutId id="2147483724" r:id="rId6"/>
    <p:sldLayoutId id="2147483726" r:id="rId7"/>
    <p:sldLayoutId id="2147483725" r:id="rId8"/>
    <p:sldLayoutId id="2147483718" r:id="rId9"/>
    <p:sldLayoutId id="2147483716" r:id="rId10"/>
    <p:sldLayoutId id="2147483714" r:id="rId11"/>
    <p:sldLayoutId id="2147483719" r:id="rId12"/>
    <p:sldLayoutId id="2147483720" r:id="rId13"/>
    <p:sldLayoutId id="2147483728" r:id="rId14"/>
    <p:sldLayoutId id="2147483721" r:id="rId15"/>
    <p:sldLayoutId id="2147483712" r:id="rId16"/>
    <p:sldLayoutId id="2147483723" r:id="rId17"/>
    <p:sldLayoutId id="2147483722" r:id="rId18"/>
    <p:sldLayoutId id="2147483706" r:id="rId19"/>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3"/>
        </a:buClr>
        <a:buFont typeface="Arial Black" panose="020B0A04020102090204" pitchFamily="34" charset="0"/>
        <a:buChar char="⁄"/>
        <a:defRPr sz="2800" b="1" kern="1200">
          <a:solidFill>
            <a:schemeClr val="tx2"/>
          </a:solidFill>
          <a:latin typeface="+mj-lt"/>
          <a:ea typeface="+mn-ea"/>
          <a:cs typeface="+mn-cs"/>
        </a:defRPr>
      </a:lvl1pPr>
      <a:lvl2pPr marL="457200" indent="-228600" algn="l" defTabSz="914400" rtl="0" eaLnBrk="1" latinLnBrk="0" hangingPunct="1">
        <a:lnSpc>
          <a:spcPct val="100000"/>
        </a:lnSpc>
        <a:spcBef>
          <a:spcPts val="500"/>
        </a:spcBef>
        <a:buClr>
          <a:schemeClr val="tx2"/>
        </a:buClr>
        <a:buFont typeface="Times New Roman" panose="02020603050405020304" pitchFamily="18" charset="0"/>
        <a:buChar char="-"/>
        <a:defRPr lang="en-US" sz="2400" kern="1200" dirty="0" smtClean="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tx2"/>
        </a:buClr>
        <a:buFont typeface="Courier New" panose="02070309020205020404" pitchFamily="49" charset="0"/>
        <a:buChar char="o"/>
        <a:defRPr sz="20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Times New Roman" panose="02020603050405020304" pitchFamily="18" charset="0"/>
        <a:buChar char="-"/>
        <a:defRPr sz="18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2FC02-C7CB-43EB-A40C-985CD4549559}"/>
              </a:ext>
            </a:extLst>
          </p:cNvPr>
          <p:cNvSpPr>
            <a:spLocks noGrp="1"/>
          </p:cNvSpPr>
          <p:nvPr>
            <p:ph type="ctrTitle"/>
          </p:nvPr>
        </p:nvSpPr>
        <p:spPr>
          <a:xfrm>
            <a:off x="1081572" y="1828800"/>
            <a:ext cx="9061888" cy="1600200"/>
          </a:xfrm>
        </p:spPr>
        <p:txBody>
          <a:bodyPr>
            <a:normAutofit/>
          </a:bodyPr>
          <a:lstStyle/>
          <a:p>
            <a:r>
              <a:rPr lang="en-US" dirty="0" err="1"/>
              <a:t>iBCF</a:t>
            </a:r>
            <a:r>
              <a:rPr lang="en-US" dirty="0"/>
              <a:t> updates</a:t>
            </a:r>
          </a:p>
        </p:txBody>
      </p:sp>
      <p:sp>
        <p:nvSpPr>
          <p:cNvPr id="3" name="Subtitle 2">
            <a:extLst>
              <a:ext uri="{FF2B5EF4-FFF2-40B4-BE49-F238E27FC236}">
                <a16:creationId xmlns:a16="http://schemas.microsoft.com/office/drawing/2014/main" id="{93B31E79-27E5-4820-8D9D-B649F445CB00}"/>
              </a:ext>
            </a:extLst>
          </p:cNvPr>
          <p:cNvSpPr>
            <a:spLocks noGrp="1"/>
          </p:cNvSpPr>
          <p:nvPr>
            <p:ph type="subTitle" idx="1"/>
          </p:nvPr>
        </p:nvSpPr>
        <p:spPr/>
        <p:txBody>
          <a:bodyPr/>
          <a:lstStyle/>
          <a:p>
            <a:endParaRPr lang="en-US" dirty="0"/>
          </a:p>
        </p:txBody>
      </p:sp>
      <p:sp>
        <p:nvSpPr>
          <p:cNvPr id="4" name="Content Placeholder 3">
            <a:extLst>
              <a:ext uri="{FF2B5EF4-FFF2-40B4-BE49-F238E27FC236}">
                <a16:creationId xmlns:a16="http://schemas.microsoft.com/office/drawing/2014/main" id="{A987A3FC-C33B-47B5-A307-6E8BFB491999}"/>
              </a:ext>
            </a:extLst>
          </p:cNvPr>
          <p:cNvSpPr>
            <a:spLocks noGrp="1"/>
          </p:cNvSpPr>
          <p:nvPr>
            <p:ph sz="quarter" idx="10"/>
          </p:nvPr>
        </p:nvSpPr>
        <p:spPr/>
        <p:txBody>
          <a:bodyPr/>
          <a:lstStyle/>
          <a:p>
            <a:r>
              <a:rPr lang="en-US" dirty="0"/>
              <a:t>April 13, 2023</a:t>
            </a:r>
          </a:p>
          <a:p>
            <a:r>
              <a:rPr lang="en-US" dirty="0"/>
              <a:t>Dan Thal</a:t>
            </a:r>
          </a:p>
        </p:txBody>
      </p:sp>
      <p:sp>
        <p:nvSpPr>
          <p:cNvPr id="5" name="Title 1">
            <a:extLst>
              <a:ext uri="{FF2B5EF4-FFF2-40B4-BE49-F238E27FC236}">
                <a16:creationId xmlns:a16="http://schemas.microsoft.com/office/drawing/2014/main" id="{32E05528-7000-B7BE-E29E-270C270A8A48}"/>
              </a:ext>
            </a:extLst>
          </p:cNvPr>
          <p:cNvSpPr txBox="1">
            <a:spLocks/>
          </p:cNvSpPr>
          <p:nvPr/>
        </p:nvSpPr>
        <p:spPr>
          <a:xfrm>
            <a:off x="1081572" y="1828800"/>
            <a:ext cx="9061888" cy="1600200"/>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r>
              <a:rPr lang="en-US" dirty="0" err="1"/>
              <a:t>iBCF</a:t>
            </a:r>
            <a:endParaRPr lang="en-US" dirty="0"/>
          </a:p>
        </p:txBody>
      </p:sp>
    </p:spTree>
    <p:extLst>
      <p:ext uri="{BB962C8B-B14F-4D97-AF65-F5344CB8AC3E}">
        <p14:creationId xmlns:p14="http://schemas.microsoft.com/office/powerpoint/2010/main" val="616564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Agenda</a:t>
            </a:r>
          </a:p>
        </p:txBody>
      </p:sp>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r>
              <a:rPr lang="en-US" dirty="0"/>
              <a:t>Recap</a:t>
            </a:r>
          </a:p>
          <a:p>
            <a:r>
              <a:rPr lang="en-US" dirty="0"/>
              <a:t>Simulation</a:t>
            </a:r>
          </a:p>
          <a:p>
            <a:r>
              <a:rPr lang="en-US" dirty="0"/>
              <a:t>Next steps and messaging</a:t>
            </a:r>
          </a:p>
          <a:p>
            <a:endParaRPr lang="en-US" dirty="0"/>
          </a:p>
          <a:p>
            <a:endParaRPr lang="en-US" dirty="0"/>
          </a:p>
        </p:txBody>
      </p:sp>
    </p:spTree>
    <p:extLst>
      <p:ext uri="{BB962C8B-B14F-4D97-AF65-F5344CB8AC3E}">
        <p14:creationId xmlns:p14="http://schemas.microsoft.com/office/powerpoint/2010/main" val="25072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Recap</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r>
                  <a:rPr lang="en-US" dirty="0"/>
                  <a:t>We can identify general idiosyncratic effects (</a:t>
                </a:r>
                <a14:m>
                  <m:oMath xmlns:m="http://schemas.openxmlformats.org/officeDocument/2006/math">
                    <m:r>
                      <a:rPr lang="en-US" b="1" i="1" smtClean="0">
                        <a:latin typeface="Cambria Math" panose="02040503050406030204" pitchFamily="18" charset="0"/>
                      </a:rPr>
                      <m:t>𝒖</m:t>
                    </m:r>
                  </m:oMath>
                </a14:m>
                <a:r>
                  <a:rPr lang="en-US" b="0" dirty="0"/>
                  <a:t>)</a:t>
                </a:r>
                <a:endParaRPr lang="en-US" dirty="0"/>
              </a:p>
              <a:p>
                <a:r>
                  <a:rPr lang="en-US" dirty="0"/>
                  <a:t>But we can’t identify idiosyncratic treatment effects (</a:t>
                </a:r>
                <a14:m>
                  <m:oMath xmlns:m="http://schemas.openxmlformats.org/officeDocument/2006/math">
                    <m:r>
                      <a:rPr lang="en-US" b="1" i="1" smtClean="0">
                        <a:latin typeface="Cambria Math" panose="02040503050406030204" pitchFamily="18" charset="0"/>
                      </a:rPr>
                      <m:t>𝒗</m:t>
                    </m:r>
                  </m:oMath>
                </a14:m>
                <a:r>
                  <a:rPr lang="en-US" dirty="0"/>
                  <a:t>)</a:t>
                </a:r>
              </a:p>
              <a:p>
                <a:r>
                  <a:rPr lang="en-US" dirty="0"/>
                  <a:t>No effect on overall impacts or scalability</a:t>
                </a:r>
              </a:p>
              <a:p>
                <a:r>
                  <a:rPr lang="en-US" dirty="0"/>
                  <a:t>Theoretical, but minimal, effect on exemplars</a:t>
                </a:r>
              </a:p>
              <a:p>
                <a:r>
                  <a:rPr lang="en-US" dirty="0"/>
                  <a:t>Unfortunate for calibration</a:t>
                </a:r>
              </a:p>
            </p:txBody>
          </p:sp>
        </mc:Choice>
        <mc:Fallback xmlns="">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t="-3191"/>
                </a:stretch>
              </a:blipFill>
            </p:spPr>
            <p:txBody>
              <a:bodyPr/>
              <a:lstStyle/>
              <a:p>
                <a:r>
                  <a:rPr lang="en-US">
                    <a:noFill/>
                  </a:rPr>
                  <a:t> </a:t>
                </a:r>
              </a:p>
            </p:txBody>
          </p:sp>
        </mc:Fallback>
      </mc:AlternateContent>
    </p:spTree>
    <p:extLst>
      <p:ext uri="{BB962C8B-B14F-4D97-AF65-F5344CB8AC3E}">
        <p14:creationId xmlns:p14="http://schemas.microsoft.com/office/powerpoint/2010/main" val="347154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Simulation</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r>
                  <a:rPr lang="en-US" dirty="0"/>
                  <a:t>We know </a:t>
                </a:r>
                <a14:m>
                  <m:oMath xmlns:m="http://schemas.openxmlformats.org/officeDocument/2006/math">
                    <m:r>
                      <a:rPr lang="en-US" b="1" i="1" smtClean="0">
                        <a:latin typeface="Cambria Math" panose="02040503050406030204" pitchFamily="18" charset="0"/>
                      </a:rPr>
                      <m:t>𝒖</m:t>
                    </m:r>
                  </m:oMath>
                </a14:m>
                <a:r>
                  <a:rPr lang="en-US" dirty="0"/>
                  <a:t> matters greatly for exemplars for PCF</a:t>
                </a:r>
              </a:p>
              <a:p>
                <a:r>
                  <a:rPr lang="en-US" dirty="0"/>
                  <a:t>But the field will care about whether treatment effects are better estimated</a:t>
                </a:r>
              </a:p>
              <a:p>
                <a:r>
                  <a:rPr lang="en-US" dirty="0"/>
                  <a:t>So can </a:t>
                </a:r>
                <a14:m>
                  <m:oMath xmlns:m="http://schemas.openxmlformats.org/officeDocument/2006/math">
                    <m:r>
                      <a:rPr lang="en-US" b="1" i="1" smtClean="0">
                        <a:latin typeface="Cambria Math" panose="02040503050406030204" pitchFamily="18" charset="0"/>
                      </a:rPr>
                      <m:t>𝒖</m:t>
                    </m:r>
                  </m:oMath>
                </a14:m>
                <a:r>
                  <a:rPr lang="en-US" dirty="0"/>
                  <a:t> matter to inference?</a:t>
                </a:r>
              </a:p>
            </p:txBody>
          </p:sp>
        </mc:Choice>
        <mc:Fallback>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t="-3191"/>
                </a:stretch>
              </a:blipFill>
            </p:spPr>
            <p:txBody>
              <a:bodyPr/>
              <a:lstStyle/>
              <a:p>
                <a:r>
                  <a:rPr lang="en-US">
                    <a:noFill/>
                  </a:rPr>
                  <a:t> </a:t>
                </a:r>
              </a:p>
            </p:txBody>
          </p:sp>
        </mc:Fallback>
      </mc:AlternateContent>
    </p:spTree>
    <p:extLst>
      <p:ext uri="{BB962C8B-B14F-4D97-AF65-F5344CB8AC3E}">
        <p14:creationId xmlns:p14="http://schemas.microsoft.com/office/powerpoint/2010/main" val="1539905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Simulation: SATT RMSE</a:t>
            </a:r>
            <a:endParaRPr lang="en-US" b="1" dirty="0">
              <a:solidFill>
                <a:srgbClr val="7030A0"/>
              </a:solidFill>
            </a:endParaRP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2855035" y="1318241"/>
            <a:ext cx="6481929" cy="4626862"/>
          </a:xfrm>
        </p:spPr>
      </p:pic>
    </p:spTree>
    <p:extLst>
      <p:ext uri="{BB962C8B-B14F-4D97-AF65-F5344CB8AC3E}">
        <p14:creationId xmlns:p14="http://schemas.microsoft.com/office/powerpoint/2010/main" val="3477977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Simulation: SATT RMSE</a:t>
            </a:r>
            <a:endParaRPr lang="en-US" b="1" dirty="0">
              <a:solidFill>
                <a:srgbClr val="7030A0"/>
              </a:solidFill>
            </a:endParaRP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2855035" y="1318241"/>
            <a:ext cx="6481928" cy="4626862"/>
          </a:xfrm>
        </p:spPr>
      </p:pic>
    </p:spTree>
    <p:extLst>
      <p:ext uri="{BB962C8B-B14F-4D97-AF65-F5344CB8AC3E}">
        <p14:creationId xmlns:p14="http://schemas.microsoft.com/office/powerpoint/2010/main" val="4023111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Simulation: SATT RMSE</a:t>
            </a:r>
            <a:endParaRPr lang="en-US" b="1" dirty="0">
              <a:solidFill>
                <a:srgbClr val="7030A0"/>
              </a:solidFill>
            </a:endParaRP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2855035" y="1318241"/>
            <a:ext cx="6481928" cy="4626861"/>
          </a:xfrm>
        </p:spPr>
      </p:pic>
    </p:spTree>
    <p:extLst>
      <p:ext uri="{BB962C8B-B14F-4D97-AF65-F5344CB8AC3E}">
        <p14:creationId xmlns:p14="http://schemas.microsoft.com/office/powerpoint/2010/main" val="3856416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Simulation: Practice impacts</a:t>
            </a:r>
            <a:endParaRPr lang="en-US" b="1" dirty="0">
              <a:solidFill>
                <a:srgbClr val="7030A0"/>
              </a:solidFill>
            </a:endParaRP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2855035" y="1318241"/>
            <a:ext cx="6481927" cy="4626861"/>
          </a:xfrm>
        </p:spPr>
      </p:pic>
    </p:spTree>
    <p:extLst>
      <p:ext uri="{BB962C8B-B14F-4D97-AF65-F5344CB8AC3E}">
        <p14:creationId xmlns:p14="http://schemas.microsoft.com/office/powerpoint/2010/main" val="652437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Next steps: communicating with Tim</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lstStyle/>
              <a:p>
                <a:r>
                  <a:rPr lang="en-US" dirty="0"/>
                  <a:t>Do we think Tim will be disappointed that we can’t identify </a:t>
                </a:r>
                <a14:m>
                  <m:oMath xmlns:m="http://schemas.openxmlformats.org/officeDocument/2006/math">
                    <m:r>
                      <a:rPr lang="en-US" b="1" i="1" smtClean="0">
                        <a:latin typeface="Cambria Math" panose="02040503050406030204" pitchFamily="18" charset="0"/>
                      </a:rPr>
                      <m:t>𝒗</m:t>
                    </m:r>
                  </m:oMath>
                </a14:m>
                <a:r>
                  <a:rPr lang="en-US" dirty="0"/>
                  <a:t>s?</a:t>
                </a:r>
              </a:p>
              <a:p>
                <a:r>
                  <a:rPr lang="en-US" dirty="0"/>
                  <a:t>When we brief him, how much should we emphasize the unimportance of </a:t>
                </a:r>
                <a14:m>
                  <m:oMath xmlns:m="http://schemas.openxmlformats.org/officeDocument/2006/math">
                    <m:r>
                      <a:rPr lang="en-US" b="1" i="1" smtClean="0">
                        <a:latin typeface="Cambria Math" panose="02040503050406030204" pitchFamily="18" charset="0"/>
                      </a:rPr>
                      <m:t>𝒗</m:t>
                    </m:r>
                  </m:oMath>
                </a14:m>
                <a:r>
                  <a:rPr lang="en-US" dirty="0"/>
                  <a:t> vs the usefulness of </a:t>
                </a:r>
                <a:r>
                  <a:rPr lang="en-US" dirty="0" err="1"/>
                  <a:t>uBCF</a:t>
                </a:r>
                <a:r>
                  <a:rPr lang="en-US" dirty="0"/>
                  <a:t>?</a:t>
                </a:r>
              </a:p>
              <a:p>
                <a:r>
                  <a:rPr lang="en-US" dirty="0"/>
                  <a:t>What kind of evidence will he want to see on usefulness?</a:t>
                </a:r>
              </a:p>
            </p:txBody>
          </p:sp>
        </mc:Choice>
        <mc:Fallback>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t="-3191"/>
                </a:stretch>
              </a:blipFill>
            </p:spPr>
            <p:txBody>
              <a:bodyPr/>
              <a:lstStyle/>
              <a:p>
                <a:r>
                  <a:rPr lang="en-US">
                    <a:noFill/>
                  </a:rPr>
                  <a:t> </a:t>
                </a:r>
              </a:p>
            </p:txBody>
          </p:sp>
        </mc:Fallback>
      </mc:AlternateContent>
    </p:spTree>
    <p:extLst>
      <p:ext uri="{BB962C8B-B14F-4D97-AF65-F5344CB8AC3E}">
        <p14:creationId xmlns:p14="http://schemas.microsoft.com/office/powerpoint/2010/main" val="1442119491"/>
      </p:ext>
    </p:extLst>
  </p:cSld>
  <p:clrMapOvr>
    <a:masterClrMapping/>
  </p:clrMapOvr>
</p:sld>
</file>

<file path=ppt/theme/theme1.xml><?xml version="1.0" encoding="utf-8"?>
<a:theme xmlns:a="http://schemas.openxmlformats.org/drawingml/2006/main" name="Custom Design">
  <a:themeElements>
    <a:clrScheme name="MathematicaUniversal-GMMB">
      <a:dk1>
        <a:sysClr val="windowText" lastClr="000000"/>
      </a:dk1>
      <a:lt1>
        <a:sysClr val="window" lastClr="FFFFFF"/>
      </a:lt1>
      <a:dk2>
        <a:srgbClr val="046B5C"/>
      </a:dk2>
      <a:lt2>
        <a:srgbClr val="E0D4B5"/>
      </a:lt2>
      <a:accent1>
        <a:srgbClr val="0B2949"/>
      </a:accent1>
      <a:accent2>
        <a:srgbClr val="D02B27"/>
      </a:accent2>
      <a:accent3>
        <a:srgbClr val="5B6771"/>
      </a:accent3>
      <a:accent4>
        <a:srgbClr val="F1B51C"/>
      </a:accent4>
      <a:accent5>
        <a:srgbClr val="189394"/>
      </a:accent5>
      <a:accent6>
        <a:srgbClr val="17A673"/>
      </a:accent6>
      <a:hlink>
        <a:srgbClr val="0563C1"/>
      </a:hlink>
      <a:folHlink>
        <a:srgbClr val="954F72"/>
      </a:folHlink>
    </a:clrScheme>
    <a:fontScheme name="Custom 3">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nk">
      <a:srgbClr val="FFFFFF"/>
    </a:custClr>
    <a:custClr name="Blank">
      <a:srgbClr val="FFFFFF"/>
    </a:custClr>
    <a:custClr name="LT2_231_221_198">
      <a:srgbClr val="E7DDC6"/>
    </a:custClr>
    <a:custClr name="DK2_72_131_120">
      <a:srgbClr val="488378"/>
    </a:custClr>
    <a:custClr name="A1_65_75_102">
      <a:srgbClr val="414B66"/>
    </a:custClr>
    <a:custClr name="A2_217_101_73">
      <a:srgbClr val="D96549"/>
    </a:custClr>
    <a:custClr name="A3_123_129_138">
      <a:srgbClr val="7B818A"/>
    </a:custClr>
    <a:custClr name="A4_244_197_92">
      <a:srgbClr val="F4C55C"/>
    </a:custClr>
    <a:custClr name="A5_101_167_169">
      <a:srgbClr val="65A7A9"/>
    </a:custClr>
    <a:custClr name="A6_106_183_144">
      <a:srgbClr val="6AB790"/>
    </a:custClr>
    <a:custClr name="Blank">
      <a:srgbClr val="FFFFFF"/>
    </a:custClr>
    <a:custClr name="Blank">
      <a:srgbClr val="FFFFFF"/>
    </a:custClr>
    <a:custClr name="LT2_237_231_214">
      <a:srgbClr val="EDE7D6"/>
    </a:custClr>
    <a:custClr name="DK2_127_162_154">
      <a:srgbClr val="7FA29A"/>
    </a:custClr>
    <a:custClr name="A1_114_116_139">
      <a:srgbClr val="72748B"/>
    </a:custClr>
    <a:custClr name="A2_227_147_120">
      <a:srgbClr val="E39378"/>
    </a:custClr>
    <a:custClr name="A3_159_162_169">
      <a:srgbClr val="9FA2A9"/>
    </a:custClr>
    <a:custClr name="A4_248_214_144">
      <a:srgbClr val="F8D690"/>
    </a:custClr>
    <a:custClr name="A5_150_190_193">
      <a:srgbClr val="96BEC1"/>
    </a:custClr>
    <a:custClr name="A6_156_202_176">
      <a:srgbClr val="9CCAB0"/>
    </a:custClr>
    <a:custClr name="Blank">
      <a:srgbClr val="FFFFFF"/>
    </a:custClr>
    <a:custClr name="Blank">
      <a:srgbClr val="FFFFFF"/>
    </a:custClr>
    <a:custClr name="LT2_245_241_232">
      <a:srgbClr val="F5F1E8"/>
    </a:custClr>
    <a:custClr name="DK2_184_200_196">
      <a:srgbClr val="B8C8C4"/>
    </a:custClr>
    <a:custClr name="A1_172_172_186">
      <a:srgbClr val="ACACBA"/>
    </a:custClr>
    <a:custClr name="A2_239_196_179">
      <a:srgbClr val="EFC4B3"/>
    </a:custClr>
    <a:custClr name="A3_200_201_205">
      <a:srgbClr val="C8C9CD"/>
    </a:custClr>
    <a:custClr name="A4_251_232_196">
      <a:srgbClr val="FBE8C4"/>
    </a:custClr>
    <a:custClr name="A5_200_218_219">
      <a:srgbClr val="C8DADB"/>
    </a:custClr>
    <a:custClr name="A6_203_225_211">
      <a:srgbClr val="CBE1D3"/>
    </a:custClr>
    <a:custClr name="data-viz_92_67_119">
      <a:srgbClr val="5C4377"/>
    </a:custClr>
    <a:custClr name="data-viz_117_55_38">
      <a:srgbClr val="753726"/>
    </a:custClr>
  </a:custClrLst>
  <a:extLst>
    <a:ext uri="{05A4C25C-085E-4340-85A3-A5531E510DB2}">
      <thm15:themeFamily xmlns:thm15="http://schemas.microsoft.com/office/thememl/2012/main" name="1MathU_Presentation.potx" id="{AAFC6080-F3C5-4C7A-ABE2-5717816B5D64}" vid="{87E6AF80-6DA5-4758-80DD-051F9E3BD3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UI/customUI.xml><?xml version="1.0" encoding="utf-8"?>
<customUI xmlns="http://schemas.microsoft.com/office/2006/01/customui">
  <ribbon>
    <tabs>
      <tab idQ="TabHome">
        <group id="mso_c1.2FA331AA" label="Bullet Levels" insertBeforeMso="GroupParagraph">
          <control idQ="OutlineDemote" visible="true" size="large"/>
          <control idQ="OutlinePromote" visible="true" size="large"/>
        </group>
      </tab>
    </tabs>
  </ribbon>
</customUI>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emplate_x0020_Notes xmlns="345c1366-96a0-45a6-8dbd-5cee6d7cd784" xsi:nil="true"/>
    <Project_x0020_Deliverable xmlns="345c1366-96a0-45a6-8dbd-5cee6d7cd784">Presentation</Project_x0020_Deliverable>
    <_Version xmlns="http://schemas.microsoft.com/sharepoint/v3/fields" xsi:nil="true"/>
    <Document_x0020_Version xmlns="345c1366-96a0-45a6-8dbd-5cee6d7cd784">Both (source &amp; dist)</Document_x0020_Version>
    <Template_x0020_Category xmlns="345c1366-96a0-45a6-8dbd-5cee6d7cd784">Company-wide PowerPoint template</Template_x0020_Category>
  </documentManagement>
</p:properties>
</file>

<file path=customXml/item3.xml><?xml version="1.0" encoding="utf-8"?>
<ct:contentTypeSchema xmlns:ct="http://schemas.microsoft.com/office/2006/metadata/contentType" xmlns:ma="http://schemas.microsoft.com/office/2006/metadata/properties/metaAttributes" ct:_="" ma:_="" ma:contentTypeName="CustomTemplate" ma:contentTypeID="0x010100C6A36D816C597647BA9A4D824AE9F60E00457957CCF31FDE4A9A8BB192C61240AE" ma:contentTypeVersion="22" ma:contentTypeDescription="Templates other than MPR Standard or Proposal Templates" ma:contentTypeScope="" ma:versionID="e6a859e5a959ca304c192e6b09dada53">
  <xsd:schema xmlns:xsd="http://www.w3.org/2001/XMLSchema" xmlns:xs="http://www.w3.org/2001/XMLSchema" xmlns:p="http://schemas.microsoft.com/office/2006/metadata/properties" xmlns:ns2="345c1366-96a0-45a6-8dbd-5cee6d7cd784" xmlns:ns3="http://schemas.microsoft.com/sharepoint/v3/fields" xmlns:ns4="343c1170-bd45-4a17-b433-521a148ed3b0" targetNamespace="http://schemas.microsoft.com/office/2006/metadata/properties" ma:root="true" ma:fieldsID="eb64afb216ccaaa4347b9e21654849ae" ns2:_="" ns3:_="" ns4:_="">
    <xsd:import namespace="345c1366-96a0-45a6-8dbd-5cee6d7cd784"/>
    <xsd:import namespace="http://schemas.microsoft.com/sharepoint/v3/fields"/>
    <xsd:import namespace="343c1170-bd45-4a17-b433-521a148ed3b0"/>
    <xsd:element name="properties">
      <xsd:complexType>
        <xsd:sequence>
          <xsd:element name="documentManagement">
            <xsd:complexType>
              <xsd:all>
                <xsd:element ref="ns2:Project_x0020_Deliverable"/>
                <xsd:element ref="ns2:Template_x0020_Category" minOccurs="0"/>
                <xsd:element ref="ns2:Template_x0020_Notes" minOccurs="0"/>
                <xsd:element ref="ns2:Document_x0020_Version"/>
                <xsd:element ref="ns3:_Version" minOccurs="0"/>
                <xsd:element ref="ns4:MediaServiceMetadata" minOccurs="0"/>
                <xsd:element ref="ns4:MediaServiceFastMetadata" minOccurs="0"/>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5c1366-96a0-45a6-8dbd-5cee6d7cd784" elementFormDefault="qualified">
    <xsd:import namespace="http://schemas.microsoft.com/office/2006/documentManagement/types"/>
    <xsd:import namespace="http://schemas.microsoft.com/office/infopath/2007/PartnerControls"/>
    <xsd:element name="Project_x0020_Deliverable" ma:index="4" ma:displayName="MSOff Products" ma:description="IN USE: List of project deliverable types served by communications" ma:format="Dropdown" ma:internalName="Project_x0020_Deliverable" ma:readOnly="false">
      <xsd:simpleType>
        <xsd:restriction base="dms:Choice">
          <xsd:enumeration value="All"/>
          <xsd:enumeration value="508 Compliance"/>
          <xsd:enumeration value="Briefs"/>
          <xsd:enumeration value="Cover"/>
          <xsd:enumeration value="Custom Content/ TA Tools"/>
          <xsd:enumeration value="Data Collection"/>
          <xsd:enumeration value="Forms"/>
          <xsd:enumeration value="Graphic/Infographic"/>
          <xsd:enumeration value="Poster"/>
          <xsd:enumeration value="Presentation"/>
          <xsd:enumeration value="Proposals - Business"/>
          <xsd:enumeration value="Proposals - Technical"/>
          <xsd:enumeration value="Report"/>
          <xsd:enumeration value="Resume"/>
          <xsd:enumeration value="Template"/>
          <xsd:enumeration value="Working Paper Series"/>
        </xsd:restriction>
      </xsd:simpleType>
    </xsd:element>
    <xsd:element name="Template_x0020_Category" ma:index="5" nillable="true" ma:displayName="Template Category" ma:description="IN USE: Template category of use" ma:format="Dropdown" ma:internalName="Template_x0020_Category" ma:readOnly="false">
      <xsd:simpleType>
        <xsd:union memberTypes="dms:Text">
          <xsd:simpleType>
            <xsd:restriction base="dms:Choice">
              <xsd:enumeration value="ADOBE Layout"/>
              <xsd:enumeration value="ADOBE Covers"/>
              <xsd:enumeration value="MSW Custom Form"/>
              <xsd:enumeration value="MSW Custom Covers"/>
              <xsd:enumeration value="MSW Custom Interior text"/>
              <xsd:enumeration value="MSW Custom Tool kit"/>
              <xsd:enumeration value="PPT Custom Graphic"/>
              <xsd:enumeration value="PPT Slideshow/Slide Doc"/>
              <xsd:enumeration value="Company-wide Word template"/>
              <xsd:enumeration value="Company-wide PowerPoint template"/>
              <xsd:enumeration value="Company-wide Excel template"/>
              <xsd:enumeration value="Client-supplied Word template"/>
              <xsd:enumeration value="Client-supplied PPT template"/>
            </xsd:restriction>
          </xsd:simpleType>
        </xsd:union>
      </xsd:simpleType>
    </xsd:element>
    <xsd:element name="Template_x0020_Notes" ma:index="6" nillable="true" ma:displayName="Template Notes" ma:description="IN USE: Notes about custom templates include primary use, any special formatting additions or changes, and any restrictions in use." ma:internalName="Template_x0020_Notes" ma:readOnly="false">
      <xsd:simpleType>
        <xsd:restriction base="dms:Note">
          <xsd:maxLength value="255"/>
        </xsd:restriction>
      </xsd:simpleType>
    </xsd:element>
    <xsd:element name="Document_x0020_Version" ma:index="7" ma:displayName="Document Version" ma:description="IN USE: Identified editable source documents and distribution copies" ma:format="Dropdown" ma:internalName="Document_x0020_Version" ma:readOnly="false">
      <xsd:simpleType>
        <xsd:restriction base="dms:Choice">
          <xsd:enumeration value="Archive"/>
          <xsd:enumeration value="Source"/>
          <xsd:enumeration value="Distribution Copy"/>
          <xsd:enumeration value="Both (source &amp; dist)"/>
          <xsd:enumeration value="Sample"/>
          <xsd:enumeration value="Working"/>
        </xsd:restriction>
      </xsd:simple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3c1170-bd45-4a17-b433-521a148ed3b0"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E00989-DF66-40F6-9256-86BEFEC04FC5}">
  <ds:schemaRefs>
    <ds:schemaRef ds:uri="http://schemas.microsoft.com/sharepoint/v3/contenttype/forms"/>
  </ds:schemaRefs>
</ds:datastoreItem>
</file>

<file path=customXml/itemProps2.xml><?xml version="1.0" encoding="utf-8"?>
<ds:datastoreItem xmlns:ds="http://schemas.openxmlformats.org/officeDocument/2006/customXml" ds:itemID="{E23F72A8-13E6-4585-ACF3-C10941E06452}">
  <ds:schemaRefs>
    <ds:schemaRef ds:uri="http://schemas.openxmlformats.org/package/2006/metadata/core-properties"/>
    <ds:schemaRef ds:uri="http://purl.org/dc/dcmitype/"/>
    <ds:schemaRef ds:uri="343c1170-bd45-4a17-b433-521a148ed3b0"/>
    <ds:schemaRef ds:uri="http://purl.org/dc/elements/1.1/"/>
    <ds:schemaRef ds:uri="http://schemas.microsoft.com/office/2006/metadata/properties"/>
    <ds:schemaRef ds:uri="http://www.w3.org/XML/1998/namespace"/>
    <ds:schemaRef ds:uri="http://schemas.microsoft.com/office/infopath/2007/PartnerControls"/>
    <ds:schemaRef ds:uri="http://schemas.microsoft.com/office/2006/documentManagement/types"/>
    <ds:schemaRef ds:uri="345c1366-96a0-45a6-8dbd-5cee6d7cd784"/>
    <ds:schemaRef ds:uri="http://schemas.microsoft.com/sharepoint/v3/fields"/>
    <ds:schemaRef ds:uri="http://purl.org/dc/terms/"/>
  </ds:schemaRefs>
</ds:datastoreItem>
</file>

<file path=customXml/itemProps3.xml><?xml version="1.0" encoding="utf-8"?>
<ds:datastoreItem xmlns:ds="http://schemas.openxmlformats.org/officeDocument/2006/customXml" ds:itemID="{8C6FDEBB-1C44-4A38-9649-87A038C8FF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5c1366-96a0-45a6-8dbd-5cee6d7cd784"/>
    <ds:schemaRef ds:uri="http://schemas.microsoft.com/sharepoint/v3/fields"/>
    <ds:schemaRef ds:uri="343c1170-bd45-4a17-b433-521a148ed3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1MathU_Presentation</Template>
  <TotalTime>17866</TotalTime>
  <Words>216</Words>
  <Application>Microsoft Office PowerPoint</Application>
  <PresentationFormat>Widescreen</PresentationFormat>
  <Paragraphs>41</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Cambria Math</vt:lpstr>
      <vt:lpstr>Courier New</vt:lpstr>
      <vt:lpstr>Times New Roman</vt:lpstr>
      <vt:lpstr>Custom Design</vt:lpstr>
      <vt:lpstr>iBCF updates</vt:lpstr>
      <vt:lpstr>Agenda</vt:lpstr>
      <vt:lpstr>Recap</vt:lpstr>
      <vt:lpstr>Simulation</vt:lpstr>
      <vt:lpstr>Simulation: SATT RMSE</vt:lpstr>
      <vt:lpstr>Simulation: SATT RMSE</vt:lpstr>
      <vt:lpstr>Simulation: SATT RMSE</vt:lpstr>
      <vt:lpstr>Simulation: Practice impacts</vt:lpstr>
      <vt:lpstr>Next steps: communicating with Tim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Mariel Finucane</dc:creator>
  <cp:lastModifiedBy>Dan Thal</cp:lastModifiedBy>
  <cp:revision>470</cp:revision>
  <dcterms:created xsi:type="dcterms:W3CDTF">2022-03-17T13:07:54Z</dcterms:created>
  <dcterms:modified xsi:type="dcterms:W3CDTF">2023-04-12T23:05:00Z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0x010100C6A36D816C597647BA9A4D824AE9F60E00457957CCF31FDE4A9A8BB192C61240AE</vt:lpwstr>
  </property>
</Properties>
</file>