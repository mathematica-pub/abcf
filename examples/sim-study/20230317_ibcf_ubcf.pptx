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38e10e1e5508400f" Type="http://schemas.microsoft.com/office/2006/relationships/ui/extensibility" Target="customUI/customUI.xml"/><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4"/>
  </p:sldMasterIdLst>
  <p:notesMasterIdLst>
    <p:notesMasterId r:id="rId38"/>
  </p:notesMasterIdLst>
  <p:handoutMasterIdLst>
    <p:handoutMasterId r:id="rId39"/>
  </p:handoutMasterIdLst>
  <p:sldIdLst>
    <p:sldId id="302" r:id="rId5"/>
    <p:sldId id="376" r:id="rId6"/>
    <p:sldId id="352" r:id="rId7"/>
    <p:sldId id="339" r:id="rId8"/>
    <p:sldId id="353" r:id="rId9"/>
    <p:sldId id="354" r:id="rId10"/>
    <p:sldId id="342" r:id="rId11"/>
    <p:sldId id="355" r:id="rId12"/>
    <p:sldId id="377" r:id="rId13"/>
    <p:sldId id="365" r:id="rId14"/>
    <p:sldId id="366" r:id="rId15"/>
    <p:sldId id="367" r:id="rId16"/>
    <p:sldId id="368" r:id="rId17"/>
    <p:sldId id="369" r:id="rId18"/>
    <p:sldId id="370" r:id="rId19"/>
    <p:sldId id="371" r:id="rId20"/>
    <p:sldId id="372" r:id="rId21"/>
    <p:sldId id="373" r:id="rId22"/>
    <p:sldId id="374" r:id="rId23"/>
    <p:sldId id="375" r:id="rId24"/>
    <p:sldId id="360" r:id="rId25"/>
    <p:sldId id="361" r:id="rId26"/>
    <p:sldId id="362" r:id="rId27"/>
    <p:sldId id="363" r:id="rId28"/>
    <p:sldId id="364" r:id="rId29"/>
    <p:sldId id="343" r:id="rId30"/>
    <p:sldId id="344" r:id="rId31"/>
    <p:sldId id="347" r:id="rId32"/>
    <p:sldId id="346" r:id="rId33"/>
    <p:sldId id="348" r:id="rId34"/>
    <p:sldId id="350" r:id="rId35"/>
    <p:sldId id="351" r:id="rId36"/>
    <p:sldId id="35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9DB097-29E0-4993-8D55-F4A00C816A96}">
          <p14:sldIdLst>
            <p14:sldId id="302"/>
            <p14:sldId id="376"/>
            <p14:sldId id="352"/>
            <p14:sldId id="339"/>
            <p14:sldId id="353"/>
            <p14:sldId id="354"/>
            <p14:sldId id="342"/>
            <p14:sldId id="355"/>
            <p14:sldId id="377"/>
            <p14:sldId id="365"/>
            <p14:sldId id="366"/>
            <p14:sldId id="367"/>
            <p14:sldId id="368"/>
            <p14:sldId id="369"/>
            <p14:sldId id="370"/>
            <p14:sldId id="371"/>
            <p14:sldId id="372"/>
            <p14:sldId id="373"/>
            <p14:sldId id="374"/>
            <p14:sldId id="375"/>
            <p14:sldId id="360"/>
            <p14:sldId id="361"/>
            <p14:sldId id="362"/>
            <p14:sldId id="363"/>
            <p14:sldId id="364"/>
            <p14:sldId id="343"/>
            <p14:sldId id="344"/>
            <p14:sldId id="347"/>
            <p14:sldId id="346"/>
            <p14:sldId id="348"/>
            <p14:sldId id="350"/>
            <p14:sldId id="351"/>
            <p14:sldId id="357"/>
          </p14:sldIdLst>
        </p14:section>
      </p14:sectionLst>
    </p:ext>
    <p:ext uri="{EFAFB233-063F-42B5-8137-9DF3F51BA10A}">
      <p15:sldGuideLst xmlns:p15="http://schemas.microsoft.com/office/powerpoint/2012/main">
        <p15:guide id="1" orient="horz" pos="3840" userDrawn="1">
          <p15:clr>
            <a:srgbClr val="A4A3A4"/>
          </p15:clr>
        </p15:guide>
        <p15:guide id="3" orient="horz" pos="360" userDrawn="1">
          <p15:clr>
            <a:srgbClr val="A4A3A4"/>
          </p15:clr>
        </p15:guide>
        <p15:guide id="4" pos="528" userDrawn="1">
          <p15:clr>
            <a:srgbClr val="A4A3A4"/>
          </p15:clr>
        </p15:guide>
        <p15:guide id="5" pos="715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 Thal" initials="DT" lastIdx="35" clrIdx="0">
    <p:extLst>
      <p:ext uri="{19B8F6BF-5375-455C-9EA6-DF929625EA0E}">
        <p15:presenceInfo xmlns:p15="http://schemas.microsoft.com/office/powerpoint/2012/main" userId="S::DThal@mathematica-mpr.com::ca96caf7-a7c4-4bf7-9438-a67ba53f0bb2" providerId="AD"/>
      </p:ext>
    </p:extLst>
  </p:cmAuthor>
  <p:cmAuthor id="2" name="Mariel Finucane" initials="MF" lastIdx="56" clrIdx="1">
    <p:extLst>
      <p:ext uri="{19B8F6BF-5375-455C-9EA6-DF929625EA0E}">
        <p15:presenceInfo xmlns:p15="http://schemas.microsoft.com/office/powerpoint/2012/main" userId="S::MFinucane@mathematica-mpr.com::fcd39b6d-8752-400c-bceb-70eb745ae8c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1C"/>
    <a:srgbClr val="F8766D"/>
    <a:srgbClr val="00BFC4"/>
    <a:srgbClr val="5C4377"/>
    <a:srgbClr val="149192"/>
    <a:srgbClr val="F8D690"/>
    <a:srgbClr val="C8C9CC"/>
    <a:srgbClr val="17A673"/>
    <a:srgbClr val="9FA2A9"/>
    <a:srgbClr val="65A7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F3593B-D9F6-4BC1-B782-8B0E10019F84}" v="41" dt="2022-08-22T13:04:02.275"/>
  </p1510:revLst>
</p1510:revInfo>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8" autoAdjust="0"/>
    <p:restoredTop sz="84371" autoAdjust="0"/>
  </p:normalViewPr>
  <p:slideViewPr>
    <p:cSldViewPr snapToGrid="0">
      <p:cViewPr varScale="1">
        <p:scale>
          <a:sx n="133" d="100"/>
          <a:sy n="133" d="100"/>
        </p:scale>
        <p:origin x="664" y="108"/>
      </p:cViewPr>
      <p:guideLst>
        <p:guide orient="horz" pos="3840"/>
        <p:guide orient="horz" pos="360"/>
        <p:guide pos="528"/>
        <p:guide pos="7152"/>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l Finucane" userId="fcd39b6d-8752-400c-bceb-70eb745ae8ce" providerId="ADAL" clId="{96936B0A-64CB-42F3-AA66-A4AD301B3B1D}"/>
    <pc:docChg chg="undo custSel addSld delSld modSld modSection">
      <pc:chgData name="Mariel Finucane" userId="fcd39b6d-8752-400c-bceb-70eb745ae8ce" providerId="ADAL" clId="{96936B0A-64CB-42F3-AA66-A4AD301B3B1D}" dt="2022-05-30T18:24:59.337" v="96" actId="20577"/>
      <pc:docMkLst>
        <pc:docMk/>
      </pc:docMkLst>
      <pc:sldChg chg="modNotesTx">
        <pc:chgData name="Mariel Finucane" userId="fcd39b6d-8752-400c-bceb-70eb745ae8ce" providerId="ADAL" clId="{96936B0A-64CB-42F3-AA66-A4AD301B3B1D}" dt="2022-05-30T17:07:35.503" v="0" actId="20577"/>
        <pc:sldMkLst>
          <pc:docMk/>
          <pc:sldMk cId="616564442" sldId="302"/>
        </pc:sldMkLst>
      </pc:sldChg>
      <pc:sldChg chg="del">
        <pc:chgData name="Mariel Finucane" userId="fcd39b6d-8752-400c-bceb-70eb745ae8ce" providerId="ADAL" clId="{96936B0A-64CB-42F3-AA66-A4AD301B3B1D}" dt="2022-05-30T18:18:41.464" v="2" actId="47"/>
        <pc:sldMkLst>
          <pc:docMk/>
          <pc:sldMk cId="7956914" sldId="408"/>
        </pc:sldMkLst>
      </pc:sldChg>
      <pc:sldChg chg="del">
        <pc:chgData name="Mariel Finucane" userId="fcd39b6d-8752-400c-bceb-70eb745ae8ce" providerId="ADAL" clId="{96936B0A-64CB-42F3-AA66-A4AD301B3B1D}" dt="2022-05-30T18:18:22.711" v="1" actId="47"/>
        <pc:sldMkLst>
          <pc:docMk/>
          <pc:sldMk cId="3658766756" sldId="430"/>
        </pc:sldMkLst>
      </pc:sldChg>
      <pc:sldChg chg="del">
        <pc:chgData name="Mariel Finucane" userId="fcd39b6d-8752-400c-bceb-70eb745ae8ce" providerId="ADAL" clId="{96936B0A-64CB-42F3-AA66-A4AD301B3B1D}" dt="2022-05-30T18:19:02.204" v="7" actId="47"/>
        <pc:sldMkLst>
          <pc:docMk/>
          <pc:sldMk cId="137464195" sldId="434"/>
        </pc:sldMkLst>
      </pc:sldChg>
      <pc:sldChg chg="del">
        <pc:chgData name="Mariel Finucane" userId="fcd39b6d-8752-400c-bceb-70eb745ae8ce" providerId="ADAL" clId="{96936B0A-64CB-42F3-AA66-A4AD301B3B1D}" dt="2022-05-30T18:18:57.749" v="3" actId="47"/>
        <pc:sldMkLst>
          <pc:docMk/>
          <pc:sldMk cId="3271499402" sldId="435"/>
        </pc:sldMkLst>
      </pc:sldChg>
      <pc:sldChg chg="del">
        <pc:chgData name="Mariel Finucane" userId="fcd39b6d-8752-400c-bceb-70eb745ae8ce" providerId="ADAL" clId="{96936B0A-64CB-42F3-AA66-A4AD301B3B1D}" dt="2022-05-30T18:18:58.509" v="4" actId="47"/>
        <pc:sldMkLst>
          <pc:docMk/>
          <pc:sldMk cId="2774820736" sldId="436"/>
        </pc:sldMkLst>
      </pc:sldChg>
      <pc:sldChg chg="add del">
        <pc:chgData name="Mariel Finucane" userId="fcd39b6d-8752-400c-bceb-70eb745ae8ce" providerId="ADAL" clId="{96936B0A-64CB-42F3-AA66-A4AD301B3B1D}" dt="2022-05-30T18:19:06.736" v="11" actId="47"/>
        <pc:sldMkLst>
          <pc:docMk/>
          <pc:sldMk cId="621078825" sldId="437"/>
        </pc:sldMkLst>
      </pc:sldChg>
      <pc:sldChg chg="del">
        <pc:chgData name="Mariel Finucane" userId="fcd39b6d-8752-400c-bceb-70eb745ae8ce" providerId="ADAL" clId="{96936B0A-64CB-42F3-AA66-A4AD301B3B1D}" dt="2022-05-30T18:19:01.022" v="6" actId="47"/>
        <pc:sldMkLst>
          <pc:docMk/>
          <pc:sldMk cId="4175043313" sldId="439"/>
        </pc:sldMkLst>
      </pc:sldChg>
      <pc:sldChg chg="del">
        <pc:chgData name="Mariel Finucane" userId="fcd39b6d-8752-400c-bceb-70eb745ae8ce" providerId="ADAL" clId="{96936B0A-64CB-42F3-AA66-A4AD301B3B1D}" dt="2022-05-30T18:20:08.692" v="12" actId="47"/>
        <pc:sldMkLst>
          <pc:docMk/>
          <pc:sldMk cId="218417263" sldId="449"/>
        </pc:sldMkLst>
      </pc:sldChg>
      <pc:sldChg chg="del">
        <pc:chgData name="Mariel Finucane" userId="fcd39b6d-8752-400c-bceb-70eb745ae8ce" providerId="ADAL" clId="{96936B0A-64CB-42F3-AA66-A4AD301B3B1D}" dt="2022-05-30T18:18:59.552" v="5" actId="47"/>
        <pc:sldMkLst>
          <pc:docMk/>
          <pc:sldMk cId="3462412215" sldId="458"/>
        </pc:sldMkLst>
      </pc:sldChg>
      <pc:sldChg chg="del">
        <pc:chgData name="Mariel Finucane" userId="fcd39b6d-8752-400c-bceb-70eb745ae8ce" providerId="ADAL" clId="{96936B0A-64CB-42F3-AA66-A4AD301B3B1D}" dt="2022-05-30T18:19:02.804" v="8" actId="47"/>
        <pc:sldMkLst>
          <pc:docMk/>
          <pc:sldMk cId="3709870595" sldId="459"/>
        </pc:sldMkLst>
      </pc:sldChg>
      <pc:sldChg chg="del">
        <pc:chgData name="Mariel Finucane" userId="fcd39b6d-8752-400c-bceb-70eb745ae8ce" providerId="ADAL" clId="{96936B0A-64CB-42F3-AA66-A4AD301B3B1D}" dt="2022-05-30T18:19:03.536" v="9" actId="47"/>
        <pc:sldMkLst>
          <pc:docMk/>
          <pc:sldMk cId="23139890" sldId="460"/>
        </pc:sldMkLst>
      </pc:sldChg>
      <pc:sldChg chg="modSp mod">
        <pc:chgData name="Mariel Finucane" userId="fcd39b6d-8752-400c-bceb-70eb745ae8ce" providerId="ADAL" clId="{96936B0A-64CB-42F3-AA66-A4AD301B3B1D}" dt="2022-05-30T18:24:59.337" v="96" actId="20577"/>
        <pc:sldMkLst>
          <pc:docMk/>
          <pc:sldMk cId="2259007393" sldId="463"/>
        </pc:sldMkLst>
        <pc:spChg chg="mod">
          <ac:chgData name="Mariel Finucane" userId="fcd39b6d-8752-400c-bceb-70eb745ae8ce" providerId="ADAL" clId="{96936B0A-64CB-42F3-AA66-A4AD301B3B1D}" dt="2022-05-30T18:24:59.337" v="96" actId="20577"/>
          <ac:spMkLst>
            <pc:docMk/>
            <pc:sldMk cId="2259007393" sldId="463"/>
            <ac:spMk id="2" creationId="{47709ACC-FAF8-424B-B310-3593972C1649}"/>
          </ac:spMkLst>
        </pc:spChg>
      </pc:sldChg>
      <pc:sldChg chg="del">
        <pc:chgData name="Mariel Finucane" userId="fcd39b6d-8752-400c-bceb-70eb745ae8ce" providerId="ADAL" clId="{96936B0A-64CB-42F3-AA66-A4AD301B3B1D}" dt="2022-05-30T18:20:17.984" v="13" actId="47"/>
        <pc:sldMkLst>
          <pc:docMk/>
          <pc:sldMk cId="3648723119" sldId="466"/>
        </pc:sldMkLst>
      </pc:sldChg>
    </pc:docChg>
  </pc:docChgLst>
  <pc:docChgLst>
    <pc:chgData name="Dan Thal" userId="ca96caf7-a7c4-4bf7-9438-a67ba53f0bb2" providerId="ADAL" clId="{FFDA872C-B51B-4FD5-B1CE-657D4717D0A0}"/>
    <pc:docChg chg="custSel addSld delSld modSld sldOrd modSection">
      <pc:chgData name="Dan Thal" userId="ca96caf7-a7c4-4bf7-9438-a67ba53f0bb2" providerId="ADAL" clId="{FFDA872C-B51B-4FD5-B1CE-657D4717D0A0}" dt="2022-07-01T13:21:44.536" v="582" actId="20577"/>
      <pc:docMkLst>
        <pc:docMk/>
      </pc:docMkLst>
      <pc:sldChg chg="del">
        <pc:chgData name="Dan Thal" userId="ca96caf7-a7c4-4bf7-9438-a67ba53f0bb2" providerId="ADAL" clId="{FFDA872C-B51B-4FD5-B1CE-657D4717D0A0}" dt="2022-07-01T12:55:28.176" v="418" actId="47"/>
        <pc:sldMkLst>
          <pc:docMk/>
          <pc:sldMk cId="482840310" sldId="298"/>
        </pc:sldMkLst>
      </pc:sldChg>
      <pc:sldChg chg="modSp mod">
        <pc:chgData name="Dan Thal" userId="ca96caf7-a7c4-4bf7-9438-a67ba53f0bb2" providerId="ADAL" clId="{FFDA872C-B51B-4FD5-B1CE-657D4717D0A0}" dt="2022-07-01T12:28:49.374" v="48" actId="20577"/>
        <pc:sldMkLst>
          <pc:docMk/>
          <pc:sldMk cId="616564442" sldId="302"/>
        </pc:sldMkLst>
        <pc:spChg chg="mod">
          <ac:chgData name="Dan Thal" userId="ca96caf7-a7c4-4bf7-9438-a67ba53f0bb2" providerId="ADAL" clId="{FFDA872C-B51B-4FD5-B1CE-657D4717D0A0}" dt="2022-07-01T12:28:36.998" v="21" actId="20577"/>
          <ac:spMkLst>
            <pc:docMk/>
            <pc:sldMk cId="616564442" sldId="302"/>
            <ac:spMk id="2" creationId="{C062FC02-C7CB-43EB-A40C-985CD4549559}"/>
          </ac:spMkLst>
        </pc:spChg>
        <pc:spChg chg="mod">
          <ac:chgData name="Dan Thal" userId="ca96caf7-a7c4-4bf7-9438-a67ba53f0bb2" providerId="ADAL" clId="{FFDA872C-B51B-4FD5-B1CE-657D4717D0A0}" dt="2022-07-01T12:28:49.374" v="48" actId="20577"/>
          <ac:spMkLst>
            <pc:docMk/>
            <pc:sldMk cId="616564442" sldId="302"/>
            <ac:spMk id="4" creationId="{A987A3FC-C33B-47B5-A307-6E8BFB491999}"/>
          </ac:spMkLst>
        </pc:spChg>
      </pc:sldChg>
      <pc:sldChg chg="del">
        <pc:chgData name="Dan Thal" userId="ca96caf7-a7c4-4bf7-9438-a67ba53f0bb2" providerId="ADAL" clId="{FFDA872C-B51B-4FD5-B1CE-657D4717D0A0}" dt="2022-07-01T12:55:28.176" v="418" actId="47"/>
        <pc:sldMkLst>
          <pc:docMk/>
          <pc:sldMk cId="2725869990" sldId="303"/>
        </pc:sldMkLst>
      </pc:sldChg>
      <pc:sldChg chg="del">
        <pc:chgData name="Dan Thal" userId="ca96caf7-a7c4-4bf7-9438-a67ba53f0bb2" providerId="ADAL" clId="{FFDA872C-B51B-4FD5-B1CE-657D4717D0A0}" dt="2022-07-01T12:55:28.176" v="418" actId="47"/>
        <pc:sldMkLst>
          <pc:docMk/>
          <pc:sldMk cId="762750054" sldId="309"/>
        </pc:sldMkLst>
      </pc:sldChg>
      <pc:sldChg chg="del">
        <pc:chgData name="Dan Thal" userId="ca96caf7-a7c4-4bf7-9438-a67ba53f0bb2" providerId="ADAL" clId="{FFDA872C-B51B-4FD5-B1CE-657D4717D0A0}" dt="2022-07-01T12:55:28.176" v="418" actId="47"/>
        <pc:sldMkLst>
          <pc:docMk/>
          <pc:sldMk cId="1733876908" sldId="310"/>
        </pc:sldMkLst>
      </pc:sldChg>
      <pc:sldChg chg="del">
        <pc:chgData name="Dan Thal" userId="ca96caf7-a7c4-4bf7-9438-a67ba53f0bb2" providerId="ADAL" clId="{FFDA872C-B51B-4FD5-B1CE-657D4717D0A0}" dt="2022-07-01T12:55:28.176" v="418" actId="47"/>
        <pc:sldMkLst>
          <pc:docMk/>
          <pc:sldMk cId="882193651" sldId="311"/>
        </pc:sldMkLst>
      </pc:sldChg>
      <pc:sldChg chg="del">
        <pc:chgData name="Dan Thal" userId="ca96caf7-a7c4-4bf7-9438-a67ba53f0bb2" providerId="ADAL" clId="{FFDA872C-B51B-4FD5-B1CE-657D4717D0A0}" dt="2022-07-01T12:55:28.176" v="418" actId="47"/>
        <pc:sldMkLst>
          <pc:docMk/>
          <pc:sldMk cId="2138671625" sldId="312"/>
        </pc:sldMkLst>
      </pc:sldChg>
      <pc:sldChg chg="del">
        <pc:chgData name="Dan Thal" userId="ca96caf7-a7c4-4bf7-9438-a67ba53f0bb2" providerId="ADAL" clId="{FFDA872C-B51B-4FD5-B1CE-657D4717D0A0}" dt="2022-07-01T12:55:28.176" v="418" actId="47"/>
        <pc:sldMkLst>
          <pc:docMk/>
          <pc:sldMk cId="3037962661" sldId="313"/>
        </pc:sldMkLst>
      </pc:sldChg>
      <pc:sldChg chg="del">
        <pc:chgData name="Dan Thal" userId="ca96caf7-a7c4-4bf7-9438-a67ba53f0bb2" providerId="ADAL" clId="{FFDA872C-B51B-4FD5-B1CE-657D4717D0A0}" dt="2022-07-01T12:55:28.176" v="418" actId="47"/>
        <pc:sldMkLst>
          <pc:docMk/>
          <pc:sldMk cId="2125854103" sldId="317"/>
        </pc:sldMkLst>
      </pc:sldChg>
      <pc:sldChg chg="del">
        <pc:chgData name="Dan Thal" userId="ca96caf7-a7c4-4bf7-9438-a67ba53f0bb2" providerId="ADAL" clId="{FFDA872C-B51B-4FD5-B1CE-657D4717D0A0}" dt="2022-07-01T12:55:28.176" v="418" actId="47"/>
        <pc:sldMkLst>
          <pc:docMk/>
          <pc:sldMk cId="3680574933" sldId="318"/>
        </pc:sldMkLst>
      </pc:sldChg>
      <pc:sldChg chg="del">
        <pc:chgData name="Dan Thal" userId="ca96caf7-a7c4-4bf7-9438-a67ba53f0bb2" providerId="ADAL" clId="{FFDA872C-B51B-4FD5-B1CE-657D4717D0A0}" dt="2022-07-01T12:55:28.176" v="418" actId="47"/>
        <pc:sldMkLst>
          <pc:docMk/>
          <pc:sldMk cId="3135942773" sldId="319"/>
        </pc:sldMkLst>
      </pc:sldChg>
      <pc:sldChg chg="del">
        <pc:chgData name="Dan Thal" userId="ca96caf7-a7c4-4bf7-9438-a67ba53f0bb2" providerId="ADAL" clId="{FFDA872C-B51B-4FD5-B1CE-657D4717D0A0}" dt="2022-07-01T12:55:28.176" v="418" actId="47"/>
        <pc:sldMkLst>
          <pc:docMk/>
          <pc:sldMk cId="3357349921" sldId="320"/>
        </pc:sldMkLst>
      </pc:sldChg>
      <pc:sldChg chg="del">
        <pc:chgData name="Dan Thal" userId="ca96caf7-a7c4-4bf7-9438-a67ba53f0bb2" providerId="ADAL" clId="{FFDA872C-B51B-4FD5-B1CE-657D4717D0A0}" dt="2022-07-01T12:55:28.176" v="418" actId="47"/>
        <pc:sldMkLst>
          <pc:docMk/>
          <pc:sldMk cId="3731262148" sldId="321"/>
        </pc:sldMkLst>
      </pc:sldChg>
      <pc:sldChg chg="del">
        <pc:chgData name="Dan Thal" userId="ca96caf7-a7c4-4bf7-9438-a67ba53f0bb2" providerId="ADAL" clId="{FFDA872C-B51B-4FD5-B1CE-657D4717D0A0}" dt="2022-07-01T12:55:28.176" v="418" actId="47"/>
        <pc:sldMkLst>
          <pc:docMk/>
          <pc:sldMk cId="1086783073" sldId="322"/>
        </pc:sldMkLst>
      </pc:sldChg>
      <pc:sldChg chg="del">
        <pc:chgData name="Dan Thal" userId="ca96caf7-a7c4-4bf7-9438-a67ba53f0bb2" providerId="ADAL" clId="{FFDA872C-B51B-4FD5-B1CE-657D4717D0A0}" dt="2022-07-01T12:55:28.176" v="418" actId="47"/>
        <pc:sldMkLst>
          <pc:docMk/>
          <pc:sldMk cId="1604643557" sldId="323"/>
        </pc:sldMkLst>
      </pc:sldChg>
      <pc:sldChg chg="del">
        <pc:chgData name="Dan Thal" userId="ca96caf7-a7c4-4bf7-9438-a67ba53f0bb2" providerId="ADAL" clId="{FFDA872C-B51B-4FD5-B1CE-657D4717D0A0}" dt="2022-07-01T12:55:28.176" v="418" actId="47"/>
        <pc:sldMkLst>
          <pc:docMk/>
          <pc:sldMk cId="1376933533" sldId="324"/>
        </pc:sldMkLst>
      </pc:sldChg>
      <pc:sldChg chg="del">
        <pc:chgData name="Dan Thal" userId="ca96caf7-a7c4-4bf7-9438-a67ba53f0bb2" providerId="ADAL" clId="{FFDA872C-B51B-4FD5-B1CE-657D4717D0A0}" dt="2022-07-01T12:55:28.176" v="418" actId="47"/>
        <pc:sldMkLst>
          <pc:docMk/>
          <pc:sldMk cId="4274764312" sldId="325"/>
        </pc:sldMkLst>
      </pc:sldChg>
      <pc:sldChg chg="del">
        <pc:chgData name="Dan Thal" userId="ca96caf7-a7c4-4bf7-9438-a67ba53f0bb2" providerId="ADAL" clId="{FFDA872C-B51B-4FD5-B1CE-657D4717D0A0}" dt="2022-07-01T12:55:28.176" v="418" actId="47"/>
        <pc:sldMkLst>
          <pc:docMk/>
          <pc:sldMk cId="3889849071" sldId="326"/>
        </pc:sldMkLst>
      </pc:sldChg>
      <pc:sldChg chg="del">
        <pc:chgData name="Dan Thal" userId="ca96caf7-a7c4-4bf7-9438-a67ba53f0bb2" providerId="ADAL" clId="{FFDA872C-B51B-4FD5-B1CE-657D4717D0A0}" dt="2022-07-01T12:55:28.176" v="418" actId="47"/>
        <pc:sldMkLst>
          <pc:docMk/>
          <pc:sldMk cId="427506134" sldId="327"/>
        </pc:sldMkLst>
      </pc:sldChg>
      <pc:sldChg chg="del">
        <pc:chgData name="Dan Thal" userId="ca96caf7-a7c4-4bf7-9438-a67ba53f0bb2" providerId="ADAL" clId="{FFDA872C-B51B-4FD5-B1CE-657D4717D0A0}" dt="2022-07-01T12:55:28.176" v="418" actId="47"/>
        <pc:sldMkLst>
          <pc:docMk/>
          <pc:sldMk cId="3023119111" sldId="328"/>
        </pc:sldMkLst>
      </pc:sldChg>
      <pc:sldChg chg="del">
        <pc:chgData name="Dan Thal" userId="ca96caf7-a7c4-4bf7-9438-a67ba53f0bb2" providerId="ADAL" clId="{FFDA872C-B51B-4FD5-B1CE-657D4717D0A0}" dt="2022-07-01T12:55:28.176" v="418" actId="47"/>
        <pc:sldMkLst>
          <pc:docMk/>
          <pc:sldMk cId="2539357819" sldId="329"/>
        </pc:sldMkLst>
      </pc:sldChg>
      <pc:sldChg chg="del">
        <pc:chgData name="Dan Thal" userId="ca96caf7-a7c4-4bf7-9438-a67ba53f0bb2" providerId="ADAL" clId="{FFDA872C-B51B-4FD5-B1CE-657D4717D0A0}" dt="2022-07-01T12:55:28.176" v="418" actId="47"/>
        <pc:sldMkLst>
          <pc:docMk/>
          <pc:sldMk cId="2991829591" sldId="331"/>
        </pc:sldMkLst>
      </pc:sldChg>
      <pc:sldChg chg="del">
        <pc:chgData name="Dan Thal" userId="ca96caf7-a7c4-4bf7-9438-a67ba53f0bb2" providerId="ADAL" clId="{FFDA872C-B51B-4FD5-B1CE-657D4717D0A0}" dt="2022-07-01T12:55:28.176" v="418" actId="47"/>
        <pc:sldMkLst>
          <pc:docMk/>
          <pc:sldMk cId="3530356510" sldId="333"/>
        </pc:sldMkLst>
      </pc:sldChg>
      <pc:sldChg chg="addSp delSp modSp add mod">
        <pc:chgData name="Dan Thal" userId="ca96caf7-a7c4-4bf7-9438-a67ba53f0bb2" providerId="ADAL" clId="{FFDA872C-B51B-4FD5-B1CE-657D4717D0A0}" dt="2022-07-01T12:31:47.769" v="130" actId="20577"/>
        <pc:sldMkLst>
          <pc:docMk/>
          <pc:sldMk cId="1995712290" sldId="334"/>
        </pc:sldMkLst>
        <pc:spChg chg="mod">
          <ac:chgData name="Dan Thal" userId="ca96caf7-a7c4-4bf7-9438-a67ba53f0bb2" providerId="ADAL" clId="{FFDA872C-B51B-4FD5-B1CE-657D4717D0A0}" dt="2022-07-01T12:31:47.769" v="130" actId="20577"/>
          <ac:spMkLst>
            <pc:docMk/>
            <pc:sldMk cId="1995712290" sldId="334"/>
            <ac:spMk id="2" creationId="{47709ACC-FAF8-424B-B310-3593972C1649}"/>
          </ac:spMkLst>
        </pc:spChg>
        <pc:spChg chg="del mod">
          <ac:chgData name="Dan Thal" userId="ca96caf7-a7c4-4bf7-9438-a67ba53f0bb2" providerId="ADAL" clId="{FFDA872C-B51B-4FD5-B1CE-657D4717D0A0}" dt="2022-07-01T12:31:07.254" v="51" actId="931"/>
          <ac:spMkLst>
            <pc:docMk/>
            <pc:sldMk cId="1995712290" sldId="334"/>
            <ac:spMk id="3" creationId="{8737E2B0-5C61-478E-BE24-D13DFBBED73E}"/>
          </ac:spMkLst>
        </pc:spChg>
        <pc:picChg chg="add mod">
          <ac:chgData name="Dan Thal" userId="ca96caf7-a7c4-4bf7-9438-a67ba53f0bb2" providerId="ADAL" clId="{FFDA872C-B51B-4FD5-B1CE-657D4717D0A0}" dt="2022-07-01T12:31:25.039" v="85" actId="1035"/>
          <ac:picMkLst>
            <pc:docMk/>
            <pc:sldMk cId="1995712290" sldId="334"/>
            <ac:picMk id="5" creationId="{723B332E-166D-4198-9BE3-46C96F9D0E3B}"/>
          </ac:picMkLst>
        </pc:picChg>
      </pc:sldChg>
      <pc:sldChg chg="modSp add mod">
        <pc:chgData name="Dan Thal" userId="ca96caf7-a7c4-4bf7-9438-a67ba53f0bb2" providerId="ADAL" clId="{FFDA872C-B51B-4FD5-B1CE-657D4717D0A0}" dt="2022-07-01T12:32:15.393" v="164" actId="20577"/>
        <pc:sldMkLst>
          <pc:docMk/>
          <pc:sldMk cId="4155803438" sldId="335"/>
        </pc:sldMkLst>
        <pc:spChg chg="mod">
          <ac:chgData name="Dan Thal" userId="ca96caf7-a7c4-4bf7-9438-a67ba53f0bb2" providerId="ADAL" clId="{FFDA872C-B51B-4FD5-B1CE-657D4717D0A0}" dt="2022-07-01T12:32:15.393" v="164" actId="20577"/>
          <ac:spMkLst>
            <pc:docMk/>
            <pc:sldMk cId="4155803438" sldId="335"/>
            <ac:spMk id="2" creationId="{47709ACC-FAF8-424B-B310-3593972C1649}"/>
          </ac:spMkLst>
        </pc:spChg>
        <pc:picChg chg="mod">
          <ac:chgData name="Dan Thal" userId="ca96caf7-a7c4-4bf7-9438-a67ba53f0bb2" providerId="ADAL" clId="{FFDA872C-B51B-4FD5-B1CE-657D4717D0A0}" dt="2022-07-01T12:31:58.028" v="131" actId="14826"/>
          <ac:picMkLst>
            <pc:docMk/>
            <pc:sldMk cId="4155803438" sldId="335"/>
            <ac:picMk id="5" creationId="{723B332E-166D-4198-9BE3-46C96F9D0E3B}"/>
          </ac:picMkLst>
        </pc:picChg>
      </pc:sldChg>
      <pc:sldChg chg="modSp add mod">
        <pc:chgData name="Dan Thal" userId="ca96caf7-a7c4-4bf7-9438-a67ba53f0bb2" providerId="ADAL" clId="{FFDA872C-B51B-4FD5-B1CE-657D4717D0A0}" dt="2022-07-01T12:32:36.754" v="191" actId="20577"/>
        <pc:sldMkLst>
          <pc:docMk/>
          <pc:sldMk cId="464237114" sldId="336"/>
        </pc:sldMkLst>
        <pc:spChg chg="mod">
          <ac:chgData name="Dan Thal" userId="ca96caf7-a7c4-4bf7-9438-a67ba53f0bb2" providerId="ADAL" clId="{FFDA872C-B51B-4FD5-B1CE-657D4717D0A0}" dt="2022-07-01T12:32:36.754" v="191" actId="20577"/>
          <ac:spMkLst>
            <pc:docMk/>
            <pc:sldMk cId="464237114" sldId="336"/>
            <ac:spMk id="2" creationId="{47709ACC-FAF8-424B-B310-3593972C1649}"/>
          </ac:spMkLst>
        </pc:spChg>
        <pc:picChg chg="mod">
          <ac:chgData name="Dan Thal" userId="ca96caf7-a7c4-4bf7-9438-a67ba53f0bb2" providerId="ADAL" clId="{FFDA872C-B51B-4FD5-B1CE-657D4717D0A0}" dt="2022-07-01T12:32:26.219" v="166" actId="14826"/>
          <ac:picMkLst>
            <pc:docMk/>
            <pc:sldMk cId="464237114" sldId="336"/>
            <ac:picMk id="5" creationId="{723B332E-166D-4198-9BE3-46C96F9D0E3B}"/>
          </ac:picMkLst>
        </pc:picChg>
      </pc:sldChg>
      <pc:sldChg chg="addSp modSp add mod ord">
        <pc:chgData name="Dan Thal" userId="ca96caf7-a7c4-4bf7-9438-a67ba53f0bb2" providerId="ADAL" clId="{FFDA872C-B51B-4FD5-B1CE-657D4717D0A0}" dt="2022-07-01T13:09:59.432" v="523" actId="1076"/>
        <pc:sldMkLst>
          <pc:docMk/>
          <pc:sldMk cId="1763059043" sldId="337"/>
        </pc:sldMkLst>
        <pc:spChg chg="mod">
          <ac:chgData name="Dan Thal" userId="ca96caf7-a7c4-4bf7-9438-a67ba53f0bb2" providerId="ADAL" clId="{FFDA872C-B51B-4FD5-B1CE-657D4717D0A0}" dt="2022-07-01T12:34:34.196" v="362" actId="20577"/>
          <ac:spMkLst>
            <pc:docMk/>
            <pc:sldMk cId="1763059043" sldId="337"/>
            <ac:spMk id="2" creationId="{47709ACC-FAF8-424B-B310-3593972C1649}"/>
          </ac:spMkLst>
        </pc:spChg>
        <pc:spChg chg="add mod">
          <ac:chgData name="Dan Thal" userId="ca96caf7-a7c4-4bf7-9438-a67ba53f0bb2" providerId="ADAL" clId="{FFDA872C-B51B-4FD5-B1CE-657D4717D0A0}" dt="2022-07-01T13:09:30.806" v="516"/>
          <ac:spMkLst>
            <pc:docMk/>
            <pc:sldMk cId="1763059043" sldId="337"/>
            <ac:spMk id="4" creationId="{5E345371-4367-43C0-896F-CF86E67C3360}"/>
          </ac:spMkLst>
        </pc:spChg>
        <pc:spChg chg="add mod">
          <ac:chgData name="Dan Thal" userId="ca96caf7-a7c4-4bf7-9438-a67ba53f0bb2" providerId="ADAL" clId="{FFDA872C-B51B-4FD5-B1CE-657D4717D0A0}" dt="2022-07-01T13:09:59.432" v="523" actId="1076"/>
          <ac:spMkLst>
            <pc:docMk/>
            <pc:sldMk cId="1763059043" sldId="337"/>
            <ac:spMk id="6" creationId="{4A0A33F6-C374-4424-A54D-7DE198EFDF06}"/>
          </ac:spMkLst>
        </pc:spChg>
        <pc:picChg chg="mod">
          <ac:chgData name="Dan Thal" userId="ca96caf7-a7c4-4bf7-9438-a67ba53f0bb2" providerId="ADAL" clId="{FFDA872C-B51B-4FD5-B1CE-657D4717D0A0}" dt="2022-07-01T12:32:46.804" v="193" actId="14826"/>
          <ac:picMkLst>
            <pc:docMk/>
            <pc:sldMk cId="1763059043" sldId="337"/>
            <ac:picMk id="5" creationId="{723B332E-166D-4198-9BE3-46C96F9D0E3B}"/>
          </ac:picMkLst>
        </pc:picChg>
      </pc:sldChg>
      <pc:sldChg chg="modSp add mod ord">
        <pc:chgData name="Dan Thal" userId="ca96caf7-a7c4-4bf7-9438-a67ba53f0bb2" providerId="ADAL" clId="{FFDA872C-B51B-4FD5-B1CE-657D4717D0A0}" dt="2022-07-01T12:33:36.623" v="290" actId="20577"/>
        <pc:sldMkLst>
          <pc:docMk/>
          <pc:sldMk cId="3915649620" sldId="338"/>
        </pc:sldMkLst>
        <pc:spChg chg="mod">
          <ac:chgData name="Dan Thal" userId="ca96caf7-a7c4-4bf7-9438-a67ba53f0bb2" providerId="ADAL" clId="{FFDA872C-B51B-4FD5-B1CE-657D4717D0A0}" dt="2022-07-01T12:33:36.623" v="290" actId="20577"/>
          <ac:spMkLst>
            <pc:docMk/>
            <pc:sldMk cId="3915649620" sldId="338"/>
            <ac:spMk id="2" creationId="{47709ACC-FAF8-424B-B310-3593972C1649}"/>
          </ac:spMkLst>
        </pc:spChg>
        <pc:picChg chg="mod">
          <ac:chgData name="Dan Thal" userId="ca96caf7-a7c4-4bf7-9438-a67ba53f0bb2" providerId="ADAL" clId="{FFDA872C-B51B-4FD5-B1CE-657D4717D0A0}" dt="2022-07-01T12:33:10.717" v="215" actId="14826"/>
          <ac:picMkLst>
            <pc:docMk/>
            <pc:sldMk cId="3915649620" sldId="338"/>
            <ac:picMk id="5" creationId="{723B332E-166D-4198-9BE3-46C96F9D0E3B}"/>
          </ac:picMkLst>
        </pc:picChg>
      </pc:sldChg>
      <pc:sldChg chg="modSp add mod">
        <pc:chgData name="Dan Thal" userId="ca96caf7-a7c4-4bf7-9438-a67ba53f0bb2" providerId="ADAL" clId="{FFDA872C-B51B-4FD5-B1CE-657D4717D0A0}" dt="2022-07-01T12:34:01.148" v="333" actId="20577"/>
        <pc:sldMkLst>
          <pc:docMk/>
          <pc:sldMk cId="1539905429" sldId="339"/>
        </pc:sldMkLst>
        <pc:spChg chg="mod">
          <ac:chgData name="Dan Thal" userId="ca96caf7-a7c4-4bf7-9438-a67ba53f0bb2" providerId="ADAL" clId="{FFDA872C-B51B-4FD5-B1CE-657D4717D0A0}" dt="2022-07-01T12:34:01.148" v="333" actId="20577"/>
          <ac:spMkLst>
            <pc:docMk/>
            <pc:sldMk cId="1539905429" sldId="339"/>
            <ac:spMk id="2" creationId="{47709ACC-FAF8-424B-B310-3593972C1649}"/>
          </ac:spMkLst>
        </pc:spChg>
        <pc:picChg chg="mod">
          <ac:chgData name="Dan Thal" userId="ca96caf7-a7c4-4bf7-9438-a67ba53f0bb2" providerId="ADAL" clId="{FFDA872C-B51B-4FD5-B1CE-657D4717D0A0}" dt="2022-07-01T12:33:45.463" v="292" actId="14826"/>
          <ac:picMkLst>
            <pc:docMk/>
            <pc:sldMk cId="1539905429" sldId="339"/>
            <ac:picMk id="5" creationId="{723B332E-166D-4198-9BE3-46C96F9D0E3B}"/>
          </ac:picMkLst>
        </pc:picChg>
      </pc:sldChg>
      <pc:sldChg chg="addSp modSp add mod">
        <pc:chgData name="Dan Thal" userId="ca96caf7-a7c4-4bf7-9438-a67ba53f0bb2" providerId="ADAL" clId="{FFDA872C-B51B-4FD5-B1CE-657D4717D0A0}" dt="2022-07-01T13:05:47.465" v="506" actId="12788"/>
        <pc:sldMkLst>
          <pc:docMk/>
          <pc:sldMk cId="975684117" sldId="340"/>
        </pc:sldMkLst>
        <pc:spChg chg="mod">
          <ac:chgData name="Dan Thal" userId="ca96caf7-a7c4-4bf7-9438-a67ba53f0bb2" providerId="ADAL" clId="{FFDA872C-B51B-4FD5-B1CE-657D4717D0A0}" dt="2022-07-01T12:34:23.050" v="344" actId="20577"/>
          <ac:spMkLst>
            <pc:docMk/>
            <pc:sldMk cId="975684117" sldId="340"/>
            <ac:spMk id="2" creationId="{47709ACC-FAF8-424B-B310-3593972C1649}"/>
          </ac:spMkLst>
        </pc:spChg>
        <pc:spChg chg="add mod">
          <ac:chgData name="Dan Thal" userId="ca96caf7-a7c4-4bf7-9438-a67ba53f0bb2" providerId="ADAL" clId="{FFDA872C-B51B-4FD5-B1CE-657D4717D0A0}" dt="2022-07-01T13:05:47.465" v="506" actId="12788"/>
          <ac:spMkLst>
            <pc:docMk/>
            <pc:sldMk cId="975684117" sldId="340"/>
            <ac:spMk id="3" creationId="{D0BF2FB1-0B9E-4495-B04A-AA5F0FB0B88B}"/>
          </ac:spMkLst>
        </pc:spChg>
        <pc:picChg chg="mod">
          <ac:chgData name="Dan Thal" userId="ca96caf7-a7c4-4bf7-9438-a67ba53f0bb2" providerId="ADAL" clId="{FFDA872C-B51B-4FD5-B1CE-657D4717D0A0}" dt="2022-07-01T12:34:16.490" v="336" actId="14826"/>
          <ac:picMkLst>
            <pc:docMk/>
            <pc:sldMk cId="975684117" sldId="340"/>
            <ac:picMk id="5" creationId="{723B332E-166D-4198-9BE3-46C96F9D0E3B}"/>
          </ac:picMkLst>
        </pc:picChg>
      </pc:sldChg>
      <pc:sldChg chg="modSp add mod">
        <pc:chgData name="Dan Thal" userId="ca96caf7-a7c4-4bf7-9438-a67ba53f0bb2" providerId="ADAL" clId="{FFDA872C-B51B-4FD5-B1CE-657D4717D0A0}" dt="2022-07-01T12:37:12.845" v="394" actId="14826"/>
        <pc:sldMkLst>
          <pc:docMk/>
          <pc:sldMk cId="442792548" sldId="341"/>
        </pc:sldMkLst>
        <pc:spChg chg="mod">
          <ac:chgData name="Dan Thal" userId="ca96caf7-a7c4-4bf7-9438-a67ba53f0bb2" providerId="ADAL" clId="{FFDA872C-B51B-4FD5-B1CE-657D4717D0A0}" dt="2022-07-01T12:35:20.487" v="391" actId="20577"/>
          <ac:spMkLst>
            <pc:docMk/>
            <pc:sldMk cId="442792548" sldId="341"/>
            <ac:spMk id="2" creationId="{47709ACC-FAF8-424B-B310-3593972C1649}"/>
          </ac:spMkLst>
        </pc:spChg>
        <pc:picChg chg="mod">
          <ac:chgData name="Dan Thal" userId="ca96caf7-a7c4-4bf7-9438-a67ba53f0bb2" providerId="ADAL" clId="{FFDA872C-B51B-4FD5-B1CE-657D4717D0A0}" dt="2022-07-01T12:37:12.845" v="394" actId="14826"/>
          <ac:picMkLst>
            <pc:docMk/>
            <pc:sldMk cId="442792548" sldId="341"/>
            <ac:picMk id="5" creationId="{723B332E-166D-4198-9BE3-46C96F9D0E3B}"/>
          </ac:picMkLst>
        </pc:picChg>
      </pc:sldChg>
      <pc:sldChg chg="addSp modSp add mod">
        <pc:chgData name="Dan Thal" userId="ca96caf7-a7c4-4bf7-9438-a67ba53f0bb2" providerId="ADAL" clId="{FFDA872C-B51B-4FD5-B1CE-657D4717D0A0}" dt="2022-07-01T12:40:58.203" v="406" actId="1076"/>
        <pc:sldMkLst>
          <pc:docMk/>
          <pc:sldMk cId="492403637" sldId="342"/>
        </pc:sldMkLst>
        <pc:picChg chg="add mod">
          <ac:chgData name="Dan Thal" userId="ca96caf7-a7c4-4bf7-9438-a67ba53f0bb2" providerId="ADAL" clId="{FFDA872C-B51B-4FD5-B1CE-657D4717D0A0}" dt="2022-07-01T12:40:58.203" v="406" actId="1076"/>
          <ac:picMkLst>
            <pc:docMk/>
            <pc:sldMk cId="492403637" sldId="342"/>
            <ac:picMk id="4" creationId="{23F5B543-E426-4BB8-AC09-7C41FE0D33A0}"/>
          </ac:picMkLst>
        </pc:picChg>
        <pc:cxnChg chg="add mod">
          <ac:chgData name="Dan Thal" userId="ca96caf7-a7c4-4bf7-9438-a67ba53f0bb2" providerId="ADAL" clId="{FFDA872C-B51B-4FD5-B1CE-657D4717D0A0}" dt="2022-07-01T12:40:55.188" v="405" actId="1076"/>
          <ac:cxnSpMkLst>
            <pc:docMk/>
            <pc:sldMk cId="492403637" sldId="342"/>
            <ac:cxnSpMk id="6" creationId="{D89C87BC-72CB-448F-9028-0C84C6E90E9A}"/>
          </ac:cxnSpMkLst>
        </pc:cxnChg>
      </pc:sldChg>
      <pc:sldChg chg="addSp delSp modSp add mod">
        <pc:chgData name="Dan Thal" userId="ca96caf7-a7c4-4bf7-9438-a67ba53f0bb2" providerId="ADAL" clId="{FFDA872C-B51B-4FD5-B1CE-657D4717D0A0}" dt="2022-07-01T12:41:57.869" v="417" actId="14100"/>
        <pc:sldMkLst>
          <pc:docMk/>
          <pc:sldMk cId="1085158966" sldId="343"/>
        </pc:sldMkLst>
        <pc:picChg chg="del">
          <ac:chgData name="Dan Thal" userId="ca96caf7-a7c4-4bf7-9438-a67ba53f0bb2" providerId="ADAL" clId="{FFDA872C-B51B-4FD5-B1CE-657D4717D0A0}" dt="2022-07-01T12:41:05.836" v="408" actId="478"/>
          <ac:picMkLst>
            <pc:docMk/>
            <pc:sldMk cId="1085158966" sldId="343"/>
            <ac:picMk id="4" creationId="{23F5B543-E426-4BB8-AC09-7C41FE0D33A0}"/>
          </ac:picMkLst>
        </pc:picChg>
        <pc:picChg chg="add mod">
          <ac:chgData name="Dan Thal" userId="ca96caf7-a7c4-4bf7-9438-a67ba53f0bb2" providerId="ADAL" clId="{FFDA872C-B51B-4FD5-B1CE-657D4717D0A0}" dt="2022-07-01T12:41:42.173" v="414" actId="1076"/>
          <ac:picMkLst>
            <pc:docMk/>
            <pc:sldMk cId="1085158966" sldId="343"/>
            <ac:picMk id="7" creationId="{915E042B-67FC-41D2-AF31-D7C7A14E63DC}"/>
          </ac:picMkLst>
        </pc:picChg>
        <pc:cxnChg chg="mod">
          <ac:chgData name="Dan Thal" userId="ca96caf7-a7c4-4bf7-9438-a67ba53f0bb2" providerId="ADAL" clId="{FFDA872C-B51B-4FD5-B1CE-657D4717D0A0}" dt="2022-07-01T12:41:57.869" v="417" actId="14100"/>
          <ac:cxnSpMkLst>
            <pc:docMk/>
            <pc:sldMk cId="1085158966" sldId="343"/>
            <ac:cxnSpMk id="6" creationId="{D89C87BC-72CB-448F-9028-0C84C6E90E9A}"/>
          </ac:cxnSpMkLst>
        </pc:cxnChg>
      </pc:sldChg>
      <pc:sldChg chg="modSp add">
        <pc:chgData name="Dan Thal" userId="ca96caf7-a7c4-4bf7-9438-a67ba53f0bb2" providerId="ADAL" clId="{FFDA872C-B51B-4FD5-B1CE-657D4717D0A0}" dt="2022-07-01T13:18:48.082" v="527" actId="14826"/>
        <pc:sldMkLst>
          <pc:docMk/>
          <pc:sldMk cId="3008030631" sldId="344"/>
        </pc:sldMkLst>
        <pc:picChg chg="mod">
          <ac:chgData name="Dan Thal" userId="ca96caf7-a7c4-4bf7-9438-a67ba53f0bb2" providerId="ADAL" clId="{FFDA872C-B51B-4FD5-B1CE-657D4717D0A0}" dt="2022-07-01T13:18:48.082" v="527" actId="14826"/>
          <ac:picMkLst>
            <pc:docMk/>
            <pc:sldMk cId="3008030631" sldId="344"/>
            <ac:picMk id="5" creationId="{723B332E-166D-4198-9BE3-46C96F9D0E3B}"/>
          </ac:picMkLst>
        </pc:picChg>
      </pc:sldChg>
      <pc:sldChg chg="modSp add mod">
        <pc:chgData name="Dan Thal" userId="ca96caf7-a7c4-4bf7-9438-a67ba53f0bb2" providerId="ADAL" clId="{FFDA872C-B51B-4FD5-B1CE-657D4717D0A0}" dt="2022-07-01T13:21:35.780" v="575" actId="20577"/>
        <pc:sldMkLst>
          <pc:docMk/>
          <pc:sldMk cId="439593337" sldId="345"/>
        </pc:sldMkLst>
        <pc:spChg chg="mod">
          <ac:chgData name="Dan Thal" userId="ca96caf7-a7c4-4bf7-9438-a67ba53f0bb2" providerId="ADAL" clId="{FFDA872C-B51B-4FD5-B1CE-657D4717D0A0}" dt="2022-07-01T13:21:35.780" v="575" actId="20577"/>
          <ac:spMkLst>
            <pc:docMk/>
            <pc:sldMk cId="439593337" sldId="345"/>
            <ac:spMk id="2" creationId="{47709ACC-FAF8-424B-B310-3593972C1649}"/>
          </ac:spMkLst>
        </pc:spChg>
        <pc:picChg chg="mod">
          <ac:chgData name="Dan Thal" userId="ca96caf7-a7c4-4bf7-9438-a67ba53f0bb2" providerId="ADAL" clId="{FFDA872C-B51B-4FD5-B1CE-657D4717D0A0}" dt="2022-07-01T13:18:53.973" v="528" actId="14826"/>
          <ac:picMkLst>
            <pc:docMk/>
            <pc:sldMk cId="439593337" sldId="345"/>
            <ac:picMk id="5" creationId="{723B332E-166D-4198-9BE3-46C96F9D0E3B}"/>
          </ac:picMkLst>
        </pc:picChg>
      </pc:sldChg>
      <pc:sldChg chg="modSp add mod">
        <pc:chgData name="Dan Thal" userId="ca96caf7-a7c4-4bf7-9438-a67ba53f0bb2" providerId="ADAL" clId="{FFDA872C-B51B-4FD5-B1CE-657D4717D0A0}" dt="2022-07-01T13:21:44.536" v="582" actId="20577"/>
        <pc:sldMkLst>
          <pc:docMk/>
          <pc:sldMk cId="4244213800" sldId="346"/>
        </pc:sldMkLst>
        <pc:spChg chg="mod">
          <ac:chgData name="Dan Thal" userId="ca96caf7-a7c4-4bf7-9438-a67ba53f0bb2" providerId="ADAL" clId="{FFDA872C-B51B-4FD5-B1CE-657D4717D0A0}" dt="2022-07-01T13:21:44.536" v="582" actId="20577"/>
          <ac:spMkLst>
            <pc:docMk/>
            <pc:sldMk cId="4244213800" sldId="346"/>
            <ac:spMk id="2" creationId="{47709ACC-FAF8-424B-B310-3593972C1649}"/>
          </ac:spMkLst>
        </pc:spChg>
        <pc:picChg chg="mod">
          <ac:chgData name="Dan Thal" userId="ca96caf7-a7c4-4bf7-9438-a67ba53f0bb2" providerId="ADAL" clId="{FFDA872C-B51B-4FD5-B1CE-657D4717D0A0}" dt="2022-07-01T13:21:41.339" v="576" actId="14826"/>
          <ac:picMkLst>
            <pc:docMk/>
            <pc:sldMk cId="4244213800" sldId="346"/>
            <ac:picMk id="5" creationId="{723B332E-166D-4198-9BE3-46C96F9D0E3B}"/>
          </ac:picMkLst>
        </pc:picChg>
      </pc:sldChg>
    </pc:docChg>
  </pc:docChgLst>
  <pc:docChgLst>
    <pc:chgData name="Dan Thal" userId="ca96caf7-a7c4-4bf7-9438-a67ba53f0bb2" providerId="ADAL" clId="{27F3593B-D9F6-4BC1-B782-8B0E10019F84}"/>
    <pc:docChg chg="undo custSel addSld delSld modSld modSection">
      <pc:chgData name="Dan Thal" userId="ca96caf7-a7c4-4bf7-9438-a67ba53f0bb2" providerId="ADAL" clId="{27F3593B-D9F6-4BC1-B782-8B0E10019F84}" dt="2022-08-22T13:19:25.567" v="787" actId="20577"/>
      <pc:docMkLst>
        <pc:docMk/>
      </pc:docMkLst>
      <pc:sldChg chg="modSp mod">
        <pc:chgData name="Dan Thal" userId="ca96caf7-a7c4-4bf7-9438-a67ba53f0bb2" providerId="ADAL" clId="{27F3593B-D9F6-4BC1-B782-8B0E10019F84}" dt="2022-08-22T12:39:55.112" v="9" actId="20577"/>
        <pc:sldMkLst>
          <pc:docMk/>
          <pc:sldMk cId="616564442" sldId="302"/>
        </pc:sldMkLst>
        <pc:spChg chg="mod">
          <ac:chgData name="Dan Thal" userId="ca96caf7-a7c4-4bf7-9438-a67ba53f0bb2" providerId="ADAL" clId="{27F3593B-D9F6-4BC1-B782-8B0E10019F84}" dt="2022-08-22T12:39:55.112" v="9" actId="20577"/>
          <ac:spMkLst>
            <pc:docMk/>
            <pc:sldMk cId="616564442" sldId="302"/>
            <ac:spMk id="4" creationId="{A987A3FC-C33B-47B5-A307-6E8BFB491999}"/>
          </ac:spMkLst>
        </pc:spChg>
      </pc:sldChg>
      <pc:sldChg chg="modSp mod modAnim">
        <pc:chgData name="Dan Thal" userId="ca96caf7-a7c4-4bf7-9438-a67ba53f0bb2" providerId="ADAL" clId="{27F3593B-D9F6-4BC1-B782-8B0E10019F84}" dt="2022-08-22T12:53:28.731" v="94" actId="14"/>
        <pc:sldMkLst>
          <pc:docMk/>
          <pc:sldMk cId="1539905429" sldId="339"/>
        </pc:sldMkLst>
        <pc:spChg chg="mod">
          <ac:chgData name="Dan Thal" userId="ca96caf7-a7c4-4bf7-9438-a67ba53f0bb2" providerId="ADAL" clId="{27F3593B-D9F6-4BC1-B782-8B0E10019F84}" dt="2022-08-22T12:53:28.731" v="94" actId="14"/>
          <ac:spMkLst>
            <pc:docMk/>
            <pc:sldMk cId="1539905429" sldId="339"/>
            <ac:spMk id="4" creationId="{BB464029-16BD-4F22-BEDE-5BB45FE19088}"/>
          </ac:spMkLst>
        </pc:spChg>
      </pc:sldChg>
      <pc:sldChg chg="del">
        <pc:chgData name="Dan Thal" userId="ca96caf7-a7c4-4bf7-9438-a67ba53f0bb2" providerId="ADAL" clId="{27F3593B-D9F6-4BC1-B782-8B0E10019F84}" dt="2022-08-22T12:53:18.429" v="91" actId="47"/>
        <pc:sldMkLst>
          <pc:docMk/>
          <pc:sldMk cId="1012349475" sldId="347"/>
        </pc:sldMkLst>
      </pc:sldChg>
      <pc:sldChg chg="modSp">
        <pc:chgData name="Dan Thal" userId="ca96caf7-a7c4-4bf7-9438-a67ba53f0bb2" providerId="ADAL" clId="{27F3593B-D9F6-4BC1-B782-8B0E10019F84}" dt="2022-08-22T12:53:36.306" v="95" actId="114"/>
        <pc:sldMkLst>
          <pc:docMk/>
          <pc:sldMk cId="2295957172" sldId="348"/>
        </pc:sldMkLst>
        <pc:spChg chg="mod">
          <ac:chgData name="Dan Thal" userId="ca96caf7-a7c4-4bf7-9438-a67ba53f0bb2" providerId="ADAL" clId="{27F3593B-D9F6-4BC1-B782-8B0E10019F84}" dt="2022-08-22T12:53:36.306" v="95" actId="114"/>
          <ac:spMkLst>
            <pc:docMk/>
            <pc:sldMk cId="2295957172" sldId="348"/>
            <ac:spMk id="4" creationId="{BB464029-16BD-4F22-BEDE-5BB45FE19088}"/>
          </ac:spMkLst>
        </pc:spChg>
      </pc:sldChg>
      <pc:sldChg chg="addSp delSp modSp mod modAnim">
        <pc:chgData name="Dan Thal" userId="ca96caf7-a7c4-4bf7-9438-a67ba53f0bb2" providerId="ADAL" clId="{27F3593B-D9F6-4BC1-B782-8B0E10019F84}" dt="2022-08-22T12:54:24.894" v="154" actId="404"/>
        <pc:sldMkLst>
          <pc:docMk/>
          <pc:sldMk cId="2554663142" sldId="349"/>
        </pc:sldMkLst>
        <pc:spChg chg="mod">
          <ac:chgData name="Dan Thal" userId="ca96caf7-a7c4-4bf7-9438-a67ba53f0bb2" providerId="ADAL" clId="{27F3593B-D9F6-4BC1-B782-8B0E10019F84}" dt="2022-08-22T12:54:24.894" v="154" actId="404"/>
          <ac:spMkLst>
            <pc:docMk/>
            <pc:sldMk cId="2554663142" sldId="349"/>
            <ac:spMk id="2" creationId="{47709ACC-FAF8-424B-B310-3593972C1649}"/>
          </ac:spMkLst>
        </pc:spChg>
        <pc:spChg chg="del">
          <ac:chgData name="Dan Thal" userId="ca96caf7-a7c4-4bf7-9438-a67ba53f0bb2" providerId="ADAL" clId="{27F3593B-D9F6-4BC1-B782-8B0E10019F84}" dt="2022-08-22T12:45:17.313" v="18" actId="931"/>
          <ac:spMkLst>
            <pc:docMk/>
            <pc:sldMk cId="2554663142" sldId="349"/>
            <ac:spMk id="4" creationId="{BB464029-16BD-4F22-BEDE-5BB45FE19088}"/>
          </ac:spMkLst>
        </pc:spChg>
        <pc:picChg chg="add mod">
          <ac:chgData name="Dan Thal" userId="ca96caf7-a7c4-4bf7-9438-a67ba53f0bb2" providerId="ADAL" clId="{27F3593B-D9F6-4BC1-B782-8B0E10019F84}" dt="2022-08-22T12:51:58.115" v="60" actId="14826"/>
          <ac:picMkLst>
            <pc:docMk/>
            <pc:sldMk cId="2554663142" sldId="349"/>
            <ac:picMk id="5" creationId="{86266542-4018-42AF-9F1E-D94D9D689BC6}"/>
          </ac:picMkLst>
        </pc:picChg>
      </pc:sldChg>
      <pc:sldChg chg="modSp add mod">
        <pc:chgData name="Dan Thal" userId="ca96caf7-a7c4-4bf7-9438-a67ba53f0bb2" providerId="ADAL" clId="{27F3593B-D9F6-4BC1-B782-8B0E10019F84}" dt="2022-08-22T12:55:06.886" v="239" actId="20577"/>
        <pc:sldMkLst>
          <pc:docMk/>
          <pc:sldMk cId="62481471" sldId="350"/>
        </pc:sldMkLst>
        <pc:spChg chg="mod">
          <ac:chgData name="Dan Thal" userId="ca96caf7-a7c4-4bf7-9438-a67ba53f0bb2" providerId="ADAL" clId="{27F3593B-D9F6-4BC1-B782-8B0E10019F84}" dt="2022-08-22T12:55:06.886" v="239" actId="20577"/>
          <ac:spMkLst>
            <pc:docMk/>
            <pc:sldMk cId="62481471" sldId="350"/>
            <ac:spMk id="2" creationId="{47709ACC-FAF8-424B-B310-3593972C1649}"/>
          </ac:spMkLst>
        </pc:spChg>
        <pc:picChg chg="mod">
          <ac:chgData name="Dan Thal" userId="ca96caf7-a7c4-4bf7-9438-a67ba53f0bb2" providerId="ADAL" clId="{27F3593B-D9F6-4BC1-B782-8B0E10019F84}" dt="2022-08-22T12:51:53.644" v="59" actId="14826"/>
          <ac:picMkLst>
            <pc:docMk/>
            <pc:sldMk cId="62481471" sldId="350"/>
            <ac:picMk id="5" creationId="{86266542-4018-42AF-9F1E-D94D9D689BC6}"/>
          </ac:picMkLst>
        </pc:picChg>
      </pc:sldChg>
      <pc:sldChg chg="modSp add mod">
        <pc:chgData name="Dan Thal" userId="ca96caf7-a7c4-4bf7-9438-a67ba53f0bb2" providerId="ADAL" clId="{27F3593B-D9F6-4BC1-B782-8B0E10019F84}" dt="2022-08-22T12:55:31.034" v="301" actId="27636"/>
        <pc:sldMkLst>
          <pc:docMk/>
          <pc:sldMk cId="3828119774" sldId="351"/>
        </pc:sldMkLst>
        <pc:spChg chg="mod">
          <ac:chgData name="Dan Thal" userId="ca96caf7-a7c4-4bf7-9438-a67ba53f0bb2" providerId="ADAL" clId="{27F3593B-D9F6-4BC1-B782-8B0E10019F84}" dt="2022-08-22T12:55:31.034" v="301" actId="27636"/>
          <ac:spMkLst>
            <pc:docMk/>
            <pc:sldMk cId="3828119774" sldId="351"/>
            <ac:spMk id="2" creationId="{47709ACC-FAF8-424B-B310-3593972C1649}"/>
          </ac:spMkLst>
        </pc:spChg>
        <pc:picChg chg="mod">
          <ac:chgData name="Dan Thal" userId="ca96caf7-a7c4-4bf7-9438-a67ba53f0bb2" providerId="ADAL" clId="{27F3593B-D9F6-4BC1-B782-8B0E10019F84}" dt="2022-08-22T12:51:49.509" v="58" actId="14826"/>
          <ac:picMkLst>
            <pc:docMk/>
            <pc:sldMk cId="3828119774" sldId="351"/>
            <ac:picMk id="5" creationId="{86266542-4018-42AF-9F1E-D94D9D689BC6}"/>
          </ac:picMkLst>
        </pc:picChg>
      </pc:sldChg>
      <pc:sldChg chg="add del">
        <pc:chgData name="Dan Thal" userId="ca96caf7-a7c4-4bf7-9438-a67ba53f0bb2" providerId="ADAL" clId="{27F3593B-D9F6-4BC1-B782-8B0E10019F84}" dt="2022-08-22T13:01:39.028" v="320" actId="47"/>
        <pc:sldMkLst>
          <pc:docMk/>
          <pc:sldMk cId="3406431419" sldId="352"/>
        </pc:sldMkLst>
      </pc:sldChg>
      <pc:sldChg chg="modSp add mod modShow">
        <pc:chgData name="Dan Thal" userId="ca96caf7-a7c4-4bf7-9438-a67ba53f0bb2" providerId="ADAL" clId="{27F3593B-D9F6-4BC1-B782-8B0E10019F84}" dt="2022-08-22T12:58:17.237" v="319" actId="729"/>
        <pc:sldMkLst>
          <pc:docMk/>
          <pc:sldMk cId="3302272106" sldId="353"/>
        </pc:sldMkLst>
        <pc:spChg chg="mod">
          <ac:chgData name="Dan Thal" userId="ca96caf7-a7c4-4bf7-9438-a67ba53f0bb2" providerId="ADAL" clId="{27F3593B-D9F6-4BC1-B782-8B0E10019F84}" dt="2022-08-22T12:58:12.322" v="318" actId="20577"/>
          <ac:spMkLst>
            <pc:docMk/>
            <pc:sldMk cId="3302272106" sldId="353"/>
            <ac:spMk id="2" creationId="{47709ACC-FAF8-424B-B310-3593972C1649}"/>
          </ac:spMkLst>
        </pc:spChg>
        <pc:picChg chg="mod">
          <ac:chgData name="Dan Thal" userId="ca96caf7-a7c4-4bf7-9438-a67ba53f0bb2" providerId="ADAL" clId="{27F3593B-D9F6-4BC1-B782-8B0E10019F84}" dt="2022-08-22T12:57:54.438" v="304" actId="14826"/>
          <ac:picMkLst>
            <pc:docMk/>
            <pc:sldMk cId="3302272106" sldId="353"/>
            <ac:picMk id="5" creationId="{86266542-4018-42AF-9F1E-D94D9D689BC6}"/>
          </ac:picMkLst>
        </pc:picChg>
      </pc:sldChg>
      <pc:sldChg chg="modSp add mod modShow">
        <pc:chgData name="Dan Thal" userId="ca96caf7-a7c4-4bf7-9438-a67ba53f0bb2" providerId="ADAL" clId="{27F3593B-D9F6-4BC1-B782-8B0E10019F84}" dt="2022-08-22T12:58:17.237" v="319" actId="729"/>
        <pc:sldMkLst>
          <pc:docMk/>
          <pc:sldMk cId="2163937717" sldId="354"/>
        </pc:sldMkLst>
        <pc:spChg chg="mod">
          <ac:chgData name="Dan Thal" userId="ca96caf7-a7c4-4bf7-9438-a67ba53f0bb2" providerId="ADAL" clId="{27F3593B-D9F6-4BC1-B782-8B0E10019F84}" dt="2022-08-22T12:58:09.012" v="312" actId="20577"/>
          <ac:spMkLst>
            <pc:docMk/>
            <pc:sldMk cId="2163937717" sldId="354"/>
            <ac:spMk id="2" creationId="{47709ACC-FAF8-424B-B310-3593972C1649}"/>
          </ac:spMkLst>
        </pc:spChg>
        <pc:picChg chg="mod">
          <ac:chgData name="Dan Thal" userId="ca96caf7-a7c4-4bf7-9438-a67ba53f0bb2" providerId="ADAL" clId="{27F3593B-D9F6-4BC1-B782-8B0E10019F84}" dt="2022-08-22T12:58:01.681" v="306" actId="14826"/>
          <ac:picMkLst>
            <pc:docMk/>
            <pc:sldMk cId="2163937717" sldId="354"/>
            <ac:picMk id="5" creationId="{86266542-4018-42AF-9F1E-D94D9D689BC6}"/>
          </ac:picMkLst>
        </pc:picChg>
      </pc:sldChg>
      <pc:sldChg chg="addSp delSp modSp add mod">
        <pc:chgData name="Dan Thal" userId="ca96caf7-a7c4-4bf7-9438-a67ba53f0bb2" providerId="ADAL" clId="{27F3593B-D9F6-4BC1-B782-8B0E10019F84}" dt="2022-08-22T13:19:25.567" v="787" actId="20577"/>
        <pc:sldMkLst>
          <pc:docMk/>
          <pc:sldMk cId="206419854" sldId="355"/>
        </pc:sldMkLst>
        <pc:spChg chg="mod">
          <ac:chgData name="Dan Thal" userId="ca96caf7-a7c4-4bf7-9438-a67ba53f0bb2" providerId="ADAL" clId="{27F3593B-D9F6-4BC1-B782-8B0E10019F84}" dt="2022-08-22T13:04:06.553" v="331" actId="20577"/>
          <ac:spMkLst>
            <pc:docMk/>
            <pc:sldMk cId="206419854" sldId="355"/>
            <ac:spMk id="2" creationId="{47709ACC-FAF8-424B-B310-3593972C1649}"/>
          </ac:spMkLst>
        </pc:spChg>
        <pc:spChg chg="add mod">
          <ac:chgData name="Dan Thal" userId="ca96caf7-a7c4-4bf7-9438-a67ba53f0bb2" providerId="ADAL" clId="{27F3593B-D9F6-4BC1-B782-8B0E10019F84}" dt="2022-08-22T13:19:25.567" v="787" actId="20577"/>
          <ac:spMkLst>
            <pc:docMk/>
            <pc:sldMk cId="206419854" sldId="355"/>
            <ac:spMk id="4" creationId="{EFEF86B2-931F-40F9-B8A4-6ED536BAB6DD}"/>
          </ac:spMkLst>
        </pc:spChg>
        <pc:picChg chg="del">
          <ac:chgData name="Dan Thal" userId="ca96caf7-a7c4-4bf7-9438-a67ba53f0bb2" providerId="ADAL" clId="{27F3593B-D9F6-4BC1-B782-8B0E10019F84}" dt="2022-08-22T13:04:08.116" v="332" actId="478"/>
          <ac:picMkLst>
            <pc:docMk/>
            <pc:sldMk cId="206419854" sldId="355"/>
            <ac:picMk id="5" creationId="{86266542-4018-42AF-9F1E-D94D9D689BC6}"/>
          </ac:picMkLst>
        </pc:picChg>
      </pc:sldChg>
    </pc:docChg>
  </pc:docChgLst>
  <pc:docChgLst>
    <pc:chgData name="Dan Thal" userId="ca96caf7-a7c4-4bf7-9438-a67ba53f0bb2" providerId="ADAL" clId="{EC02646C-CD86-422F-BB6E-0FEEE62B140D}"/>
    <pc:docChg chg="undo custSel addSld delSld modSld sldOrd modSection">
      <pc:chgData name="Dan Thal" userId="ca96caf7-a7c4-4bf7-9438-a67ba53f0bb2" providerId="ADAL" clId="{EC02646C-CD86-422F-BB6E-0FEEE62B140D}" dt="2022-06-28T14:55:56.287" v="7755" actId="20577"/>
      <pc:docMkLst>
        <pc:docMk/>
      </pc:docMkLst>
      <pc:sldChg chg="modSp mod modAnim modNotesTx">
        <pc:chgData name="Dan Thal" userId="ca96caf7-a7c4-4bf7-9438-a67ba53f0bb2" providerId="ADAL" clId="{EC02646C-CD86-422F-BB6E-0FEEE62B140D}" dt="2022-06-28T13:19:21.535" v="6435" actId="20577"/>
        <pc:sldMkLst>
          <pc:docMk/>
          <pc:sldMk cId="482840310" sldId="298"/>
        </pc:sldMkLst>
        <pc:spChg chg="mod">
          <ac:chgData name="Dan Thal" userId="ca96caf7-a7c4-4bf7-9438-a67ba53f0bb2" providerId="ADAL" clId="{EC02646C-CD86-422F-BB6E-0FEEE62B140D}" dt="2022-06-28T13:19:21.535" v="6435" actId="20577"/>
          <ac:spMkLst>
            <pc:docMk/>
            <pc:sldMk cId="482840310" sldId="298"/>
            <ac:spMk id="2" creationId="{47709ACC-FAF8-424B-B310-3593972C1649}"/>
          </ac:spMkLst>
        </pc:spChg>
        <pc:spChg chg="mod">
          <ac:chgData name="Dan Thal" userId="ca96caf7-a7c4-4bf7-9438-a67ba53f0bb2" providerId="ADAL" clId="{EC02646C-CD86-422F-BB6E-0FEEE62B140D}" dt="2022-06-27T15:43:54.976" v="123" actId="20577"/>
          <ac:spMkLst>
            <pc:docMk/>
            <pc:sldMk cId="482840310" sldId="298"/>
            <ac:spMk id="3" creationId="{8737E2B0-5C61-478E-BE24-D13DFBBED73E}"/>
          </ac:spMkLst>
        </pc:spChg>
      </pc:sldChg>
      <pc:sldChg chg="modSp mod">
        <pc:chgData name="Dan Thal" userId="ca96caf7-a7c4-4bf7-9438-a67ba53f0bb2" providerId="ADAL" clId="{EC02646C-CD86-422F-BB6E-0FEEE62B140D}" dt="2022-06-28T00:26:02.337" v="6429" actId="20577"/>
        <pc:sldMkLst>
          <pc:docMk/>
          <pc:sldMk cId="616564442" sldId="302"/>
        </pc:sldMkLst>
        <pc:spChg chg="mod">
          <ac:chgData name="Dan Thal" userId="ca96caf7-a7c4-4bf7-9438-a67ba53f0bb2" providerId="ADAL" clId="{EC02646C-CD86-422F-BB6E-0FEEE62B140D}" dt="2022-06-27T15:39:52.241" v="15" actId="20577"/>
          <ac:spMkLst>
            <pc:docMk/>
            <pc:sldMk cId="616564442" sldId="302"/>
            <ac:spMk id="2" creationId="{C062FC02-C7CB-43EB-A40C-985CD4549559}"/>
          </ac:spMkLst>
        </pc:spChg>
        <pc:spChg chg="mod">
          <ac:chgData name="Dan Thal" userId="ca96caf7-a7c4-4bf7-9438-a67ba53f0bb2" providerId="ADAL" clId="{EC02646C-CD86-422F-BB6E-0FEEE62B140D}" dt="2022-06-27T15:39:55.247" v="17" actId="6549"/>
          <ac:spMkLst>
            <pc:docMk/>
            <pc:sldMk cId="616564442" sldId="302"/>
            <ac:spMk id="3" creationId="{93B31E79-27E5-4820-8D9D-B649F445CB00}"/>
          </ac:spMkLst>
        </pc:spChg>
        <pc:spChg chg="mod">
          <ac:chgData name="Dan Thal" userId="ca96caf7-a7c4-4bf7-9438-a67ba53f0bb2" providerId="ADAL" clId="{EC02646C-CD86-422F-BB6E-0FEEE62B140D}" dt="2022-06-28T00:26:02.337" v="6429" actId="20577"/>
          <ac:spMkLst>
            <pc:docMk/>
            <pc:sldMk cId="616564442" sldId="302"/>
            <ac:spMk id="4" creationId="{A987A3FC-C33B-47B5-A307-6E8BFB491999}"/>
          </ac:spMkLst>
        </pc:spChg>
      </pc:sldChg>
      <pc:sldChg chg="addSp delSp modSp add mod modNotesTx">
        <pc:chgData name="Dan Thal" userId="ca96caf7-a7c4-4bf7-9438-a67ba53f0bb2" providerId="ADAL" clId="{EC02646C-CD86-422F-BB6E-0FEEE62B140D}" dt="2022-06-28T13:58:24.006" v="6659" actId="313"/>
        <pc:sldMkLst>
          <pc:docMk/>
          <pc:sldMk cId="2725869990" sldId="303"/>
        </pc:sldMkLst>
        <pc:spChg chg="mod">
          <ac:chgData name="Dan Thal" userId="ca96caf7-a7c4-4bf7-9438-a67ba53f0bb2" providerId="ADAL" clId="{EC02646C-CD86-422F-BB6E-0FEEE62B140D}" dt="2022-06-27T15:44:02.376" v="145" actId="20577"/>
          <ac:spMkLst>
            <pc:docMk/>
            <pc:sldMk cId="2725869990" sldId="303"/>
            <ac:spMk id="2" creationId="{47709ACC-FAF8-424B-B310-3593972C1649}"/>
          </ac:spMkLst>
        </pc:spChg>
        <pc:spChg chg="del mod">
          <ac:chgData name="Dan Thal" userId="ca96caf7-a7c4-4bf7-9438-a67ba53f0bb2" providerId="ADAL" clId="{EC02646C-CD86-422F-BB6E-0FEEE62B140D}" dt="2022-06-27T15:44:25.616" v="147" actId="931"/>
          <ac:spMkLst>
            <pc:docMk/>
            <pc:sldMk cId="2725869990" sldId="303"/>
            <ac:spMk id="3" creationId="{8737E2B0-5C61-478E-BE24-D13DFBBED73E}"/>
          </ac:spMkLst>
        </pc:spChg>
        <pc:spChg chg="add mod">
          <ac:chgData name="Dan Thal" userId="ca96caf7-a7c4-4bf7-9438-a67ba53f0bb2" providerId="ADAL" clId="{EC02646C-CD86-422F-BB6E-0FEEE62B140D}" dt="2022-06-27T18:00:00.509" v="2700" actId="20577"/>
          <ac:spMkLst>
            <pc:docMk/>
            <pc:sldMk cId="2725869990" sldId="303"/>
            <ac:spMk id="6" creationId="{011EDB85-CD3F-41A9-8625-017A7F3C61C0}"/>
          </ac:spMkLst>
        </pc:spChg>
        <pc:picChg chg="add mod">
          <ac:chgData name="Dan Thal" userId="ca96caf7-a7c4-4bf7-9438-a67ba53f0bb2" providerId="ADAL" clId="{EC02646C-CD86-422F-BB6E-0FEEE62B140D}" dt="2022-06-27T15:44:40.930" v="151" actId="12789"/>
          <ac:picMkLst>
            <pc:docMk/>
            <pc:sldMk cId="2725869990" sldId="303"/>
            <ac:picMk id="5" creationId="{28A1512F-E3C2-4C0F-8AF8-A91988A31B8A}"/>
          </ac:picMkLst>
        </pc:picChg>
      </pc:sldChg>
      <pc:sldChg chg="modSp add del mod">
        <pc:chgData name="Dan Thal" userId="ca96caf7-a7c4-4bf7-9438-a67ba53f0bb2" providerId="ADAL" clId="{EC02646C-CD86-422F-BB6E-0FEEE62B140D}" dt="2022-06-27T18:09:58.127" v="3659" actId="47"/>
        <pc:sldMkLst>
          <pc:docMk/>
          <pc:sldMk cId="4266502561" sldId="304"/>
        </pc:sldMkLst>
        <pc:spChg chg="mod">
          <ac:chgData name="Dan Thal" userId="ca96caf7-a7c4-4bf7-9438-a67ba53f0bb2" providerId="ADAL" clId="{EC02646C-CD86-422F-BB6E-0FEEE62B140D}" dt="2022-06-27T15:53:34.210" v="535" actId="20577"/>
          <ac:spMkLst>
            <pc:docMk/>
            <pc:sldMk cId="4266502561" sldId="304"/>
            <ac:spMk id="2" creationId="{47709ACC-FAF8-424B-B310-3593972C1649}"/>
          </ac:spMkLst>
        </pc:spChg>
        <pc:spChg chg="mod">
          <ac:chgData name="Dan Thal" userId="ca96caf7-a7c4-4bf7-9438-a67ba53f0bb2" providerId="ADAL" clId="{EC02646C-CD86-422F-BB6E-0FEEE62B140D}" dt="2022-06-27T15:58:30.078" v="1121" actId="120"/>
          <ac:spMkLst>
            <pc:docMk/>
            <pc:sldMk cId="4266502561" sldId="304"/>
            <ac:spMk id="3" creationId="{8737E2B0-5C61-478E-BE24-D13DFBBED73E}"/>
          </ac:spMkLst>
        </pc:spChg>
      </pc:sldChg>
      <pc:sldChg chg="modSp add del mod">
        <pc:chgData name="Dan Thal" userId="ca96caf7-a7c4-4bf7-9438-a67ba53f0bb2" providerId="ADAL" clId="{EC02646C-CD86-422F-BB6E-0FEEE62B140D}" dt="2022-06-27T18:51:56.714" v="4279" actId="47"/>
        <pc:sldMkLst>
          <pc:docMk/>
          <pc:sldMk cId="2121947256" sldId="305"/>
        </pc:sldMkLst>
        <pc:spChg chg="mod">
          <ac:chgData name="Dan Thal" userId="ca96caf7-a7c4-4bf7-9438-a67ba53f0bb2" providerId="ADAL" clId="{EC02646C-CD86-422F-BB6E-0FEEE62B140D}" dt="2022-06-27T18:36:01.058" v="4024" actId="20577"/>
          <ac:spMkLst>
            <pc:docMk/>
            <pc:sldMk cId="2121947256" sldId="305"/>
            <ac:spMk id="2" creationId="{47709ACC-FAF8-424B-B310-3593972C1649}"/>
          </ac:spMkLst>
        </pc:spChg>
        <pc:spChg chg="mod">
          <ac:chgData name="Dan Thal" userId="ca96caf7-a7c4-4bf7-9438-a67ba53f0bb2" providerId="ADAL" clId="{EC02646C-CD86-422F-BB6E-0FEEE62B140D}" dt="2022-06-27T18:36:26.031" v="4149" actId="20577"/>
          <ac:spMkLst>
            <pc:docMk/>
            <pc:sldMk cId="2121947256" sldId="305"/>
            <ac:spMk id="3" creationId="{8737E2B0-5C61-478E-BE24-D13DFBBED73E}"/>
          </ac:spMkLst>
        </pc:spChg>
      </pc:sldChg>
      <pc:sldChg chg="modSp add del mod">
        <pc:chgData name="Dan Thal" userId="ca96caf7-a7c4-4bf7-9438-a67ba53f0bb2" providerId="ADAL" clId="{EC02646C-CD86-422F-BB6E-0FEEE62B140D}" dt="2022-06-27T16:50:52.931" v="2649" actId="47"/>
        <pc:sldMkLst>
          <pc:docMk/>
          <pc:sldMk cId="1487262722" sldId="306"/>
        </pc:sldMkLst>
        <pc:spChg chg="mod">
          <ac:chgData name="Dan Thal" userId="ca96caf7-a7c4-4bf7-9438-a67ba53f0bb2" providerId="ADAL" clId="{EC02646C-CD86-422F-BB6E-0FEEE62B140D}" dt="2022-06-27T15:56:04.566" v="884" actId="20577"/>
          <ac:spMkLst>
            <pc:docMk/>
            <pc:sldMk cId="1487262722" sldId="306"/>
            <ac:spMk id="2" creationId="{47709ACC-FAF8-424B-B310-3593972C1649}"/>
          </ac:spMkLst>
        </pc:spChg>
        <pc:spChg chg="mod">
          <ac:chgData name="Dan Thal" userId="ca96caf7-a7c4-4bf7-9438-a67ba53f0bb2" providerId="ADAL" clId="{EC02646C-CD86-422F-BB6E-0FEEE62B140D}" dt="2022-06-27T16:04:16.385" v="1725" actId="27636"/>
          <ac:spMkLst>
            <pc:docMk/>
            <pc:sldMk cId="1487262722" sldId="306"/>
            <ac:spMk id="3" creationId="{8737E2B0-5C61-478E-BE24-D13DFBBED73E}"/>
          </ac:spMkLst>
        </pc:spChg>
      </pc:sldChg>
      <pc:sldChg chg="del">
        <pc:chgData name="Dan Thal" userId="ca96caf7-a7c4-4bf7-9438-a67ba53f0bb2" providerId="ADAL" clId="{EC02646C-CD86-422F-BB6E-0FEEE62B140D}" dt="2022-06-27T15:40:02.521" v="33" actId="47"/>
        <pc:sldMkLst>
          <pc:docMk/>
          <pc:sldMk cId="2183793948" sldId="307"/>
        </pc:sldMkLst>
      </pc:sldChg>
      <pc:sldChg chg="modSp add del mod">
        <pc:chgData name="Dan Thal" userId="ca96caf7-a7c4-4bf7-9438-a67ba53f0bb2" providerId="ADAL" clId="{EC02646C-CD86-422F-BB6E-0FEEE62B140D}" dt="2022-06-27T16:51:02.880" v="2652" actId="47"/>
        <pc:sldMkLst>
          <pc:docMk/>
          <pc:sldMk cId="3164136723" sldId="307"/>
        </pc:sldMkLst>
        <pc:spChg chg="mod">
          <ac:chgData name="Dan Thal" userId="ca96caf7-a7c4-4bf7-9438-a67ba53f0bb2" providerId="ADAL" clId="{EC02646C-CD86-422F-BB6E-0FEEE62B140D}" dt="2022-06-27T15:58:39.761" v="1126" actId="20577"/>
          <ac:spMkLst>
            <pc:docMk/>
            <pc:sldMk cId="3164136723" sldId="307"/>
            <ac:spMk id="2" creationId="{47709ACC-FAF8-424B-B310-3593972C1649}"/>
          </ac:spMkLst>
        </pc:spChg>
        <pc:spChg chg="mod">
          <ac:chgData name="Dan Thal" userId="ca96caf7-a7c4-4bf7-9438-a67ba53f0bb2" providerId="ADAL" clId="{EC02646C-CD86-422F-BB6E-0FEEE62B140D}" dt="2022-06-27T16:01:04.610" v="1350" actId="20577"/>
          <ac:spMkLst>
            <pc:docMk/>
            <pc:sldMk cId="3164136723" sldId="307"/>
            <ac:spMk id="3" creationId="{8737E2B0-5C61-478E-BE24-D13DFBBED73E}"/>
          </ac:spMkLst>
        </pc:spChg>
      </pc:sldChg>
      <pc:sldChg chg="modSp add del mod">
        <pc:chgData name="Dan Thal" userId="ca96caf7-a7c4-4bf7-9438-a67ba53f0bb2" providerId="ADAL" clId="{EC02646C-CD86-422F-BB6E-0FEEE62B140D}" dt="2022-06-27T16:50:47.543" v="2648" actId="47"/>
        <pc:sldMkLst>
          <pc:docMk/>
          <pc:sldMk cId="3801238519" sldId="308"/>
        </pc:sldMkLst>
        <pc:spChg chg="mod">
          <ac:chgData name="Dan Thal" userId="ca96caf7-a7c4-4bf7-9438-a67ba53f0bb2" providerId="ADAL" clId="{EC02646C-CD86-422F-BB6E-0FEEE62B140D}" dt="2022-06-27T16:02:48.138" v="1584" actId="20577"/>
          <ac:spMkLst>
            <pc:docMk/>
            <pc:sldMk cId="3801238519" sldId="308"/>
            <ac:spMk id="2" creationId="{47709ACC-FAF8-424B-B310-3593972C1649}"/>
          </ac:spMkLst>
        </pc:spChg>
        <pc:spChg chg="mod">
          <ac:chgData name="Dan Thal" userId="ca96caf7-a7c4-4bf7-9438-a67ba53f0bb2" providerId="ADAL" clId="{EC02646C-CD86-422F-BB6E-0FEEE62B140D}" dt="2022-06-27T16:04:06.844" v="1723" actId="20577"/>
          <ac:spMkLst>
            <pc:docMk/>
            <pc:sldMk cId="3801238519" sldId="308"/>
            <ac:spMk id="3" creationId="{8737E2B0-5C61-478E-BE24-D13DFBBED73E}"/>
          </ac:spMkLst>
        </pc:spChg>
      </pc:sldChg>
      <pc:sldChg chg="addSp delSp modSp add mod modAnim modNotesTx">
        <pc:chgData name="Dan Thal" userId="ca96caf7-a7c4-4bf7-9438-a67ba53f0bb2" providerId="ADAL" clId="{EC02646C-CD86-422F-BB6E-0FEEE62B140D}" dt="2022-06-28T14:18:26.649" v="7323" actId="20577"/>
        <pc:sldMkLst>
          <pc:docMk/>
          <pc:sldMk cId="762750054" sldId="309"/>
        </pc:sldMkLst>
        <pc:spChg chg="mod">
          <ac:chgData name="Dan Thal" userId="ca96caf7-a7c4-4bf7-9438-a67ba53f0bb2" providerId="ADAL" clId="{EC02646C-CD86-422F-BB6E-0FEEE62B140D}" dt="2022-06-27T16:12:33.259" v="2130" actId="20577"/>
          <ac:spMkLst>
            <pc:docMk/>
            <pc:sldMk cId="762750054" sldId="309"/>
            <ac:spMk id="2" creationId="{47709ACC-FAF8-424B-B310-3593972C1649}"/>
          </ac:spMkLst>
        </pc:spChg>
        <pc:spChg chg="mod">
          <ac:chgData name="Dan Thal" userId="ca96caf7-a7c4-4bf7-9438-a67ba53f0bb2" providerId="ADAL" clId="{EC02646C-CD86-422F-BB6E-0FEEE62B140D}" dt="2022-06-28T14:18:03.127" v="7274" actId="20577"/>
          <ac:spMkLst>
            <pc:docMk/>
            <pc:sldMk cId="762750054" sldId="309"/>
            <ac:spMk id="3" creationId="{8737E2B0-5C61-478E-BE24-D13DFBBED73E}"/>
          </ac:spMkLst>
        </pc:spChg>
        <pc:spChg chg="add del mod">
          <ac:chgData name="Dan Thal" userId="ca96caf7-a7c4-4bf7-9438-a67ba53f0bb2" providerId="ADAL" clId="{EC02646C-CD86-422F-BB6E-0FEEE62B140D}" dt="2022-06-28T00:11:26.486" v="6389"/>
          <ac:spMkLst>
            <pc:docMk/>
            <pc:sldMk cId="762750054" sldId="309"/>
            <ac:spMk id="4" creationId="{2F860F0D-8224-4EAE-9B80-8A8ABB39E486}"/>
          </ac:spMkLst>
        </pc:spChg>
        <pc:spChg chg="add del mod">
          <ac:chgData name="Dan Thal" userId="ca96caf7-a7c4-4bf7-9438-a67ba53f0bb2" providerId="ADAL" clId="{EC02646C-CD86-422F-BB6E-0FEEE62B140D}" dt="2022-06-28T00:11:24.603" v="6387"/>
          <ac:spMkLst>
            <pc:docMk/>
            <pc:sldMk cId="762750054" sldId="309"/>
            <ac:spMk id="5" creationId="{1E278BD4-F96E-42F1-A277-E57E890CBD57}"/>
          </ac:spMkLst>
        </pc:spChg>
      </pc:sldChg>
      <pc:sldChg chg="modSp add mod">
        <pc:chgData name="Dan Thal" userId="ca96caf7-a7c4-4bf7-9438-a67ba53f0bb2" providerId="ADAL" clId="{EC02646C-CD86-422F-BB6E-0FEEE62B140D}" dt="2022-06-27T18:53:31.852" v="4471" actId="20577"/>
        <pc:sldMkLst>
          <pc:docMk/>
          <pc:sldMk cId="1733876908" sldId="310"/>
        </pc:sldMkLst>
        <pc:spChg chg="mod">
          <ac:chgData name="Dan Thal" userId="ca96caf7-a7c4-4bf7-9438-a67ba53f0bb2" providerId="ADAL" clId="{EC02646C-CD86-422F-BB6E-0FEEE62B140D}" dt="2022-06-27T16:14:57.120" v="2542" actId="20577"/>
          <ac:spMkLst>
            <pc:docMk/>
            <pc:sldMk cId="1733876908" sldId="310"/>
            <ac:spMk id="2" creationId="{47709ACC-FAF8-424B-B310-3593972C1649}"/>
          </ac:spMkLst>
        </pc:spChg>
        <pc:spChg chg="mod">
          <ac:chgData name="Dan Thal" userId="ca96caf7-a7c4-4bf7-9438-a67ba53f0bb2" providerId="ADAL" clId="{EC02646C-CD86-422F-BB6E-0FEEE62B140D}" dt="2022-06-27T18:53:31.852" v="4471" actId="20577"/>
          <ac:spMkLst>
            <pc:docMk/>
            <pc:sldMk cId="1733876908" sldId="310"/>
            <ac:spMk id="3" creationId="{8737E2B0-5C61-478E-BE24-D13DFBBED73E}"/>
          </ac:spMkLst>
        </pc:spChg>
      </pc:sldChg>
      <pc:sldChg chg="addSp delSp modSp add mod modAnim modNotesTx">
        <pc:chgData name="Dan Thal" userId="ca96caf7-a7c4-4bf7-9438-a67ba53f0bb2" providerId="ADAL" clId="{EC02646C-CD86-422F-BB6E-0FEEE62B140D}" dt="2022-06-28T14:16:11.636" v="7162" actId="20577"/>
        <pc:sldMkLst>
          <pc:docMk/>
          <pc:sldMk cId="882193651" sldId="311"/>
        </pc:sldMkLst>
        <pc:spChg chg="mod">
          <ac:chgData name="Dan Thal" userId="ca96caf7-a7c4-4bf7-9438-a67ba53f0bb2" providerId="ADAL" clId="{EC02646C-CD86-422F-BB6E-0FEEE62B140D}" dt="2022-06-28T14:16:11.636" v="7162" actId="20577"/>
          <ac:spMkLst>
            <pc:docMk/>
            <pc:sldMk cId="882193651" sldId="311"/>
            <ac:spMk id="3" creationId="{8737E2B0-5C61-478E-BE24-D13DFBBED73E}"/>
          </ac:spMkLst>
        </pc:spChg>
        <pc:picChg chg="add del mod">
          <ac:chgData name="Dan Thal" userId="ca96caf7-a7c4-4bf7-9438-a67ba53f0bb2" providerId="ADAL" clId="{EC02646C-CD86-422F-BB6E-0FEEE62B140D}" dt="2022-06-27T18:23:48.535" v="3796" actId="478"/>
          <ac:picMkLst>
            <pc:docMk/>
            <pc:sldMk cId="882193651" sldId="311"/>
            <ac:picMk id="5" creationId="{C6E15D94-CD36-4319-AD33-201F1C2EA1F9}"/>
          </ac:picMkLst>
        </pc:picChg>
        <pc:picChg chg="add mod">
          <ac:chgData name="Dan Thal" userId="ca96caf7-a7c4-4bf7-9438-a67ba53f0bb2" providerId="ADAL" clId="{EC02646C-CD86-422F-BB6E-0FEEE62B140D}" dt="2022-06-28T14:13:03.065" v="7136" actId="14826"/>
          <ac:picMkLst>
            <pc:docMk/>
            <pc:sldMk cId="882193651" sldId="311"/>
            <ac:picMk id="6" creationId="{38C6BFFF-D5EB-4472-8F3B-5704582AD756}"/>
          </ac:picMkLst>
        </pc:picChg>
      </pc:sldChg>
      <pc:sldChg chg="addSp delSp modSp add mod modAnim modNotesTx">
        <pc:chgData name="Dan Thal" userId="ca96caf7-a7c4-4bf7-9438-a67ba53f0bb2" providerId="ADAL" clId="{EC02646C-CD86-422F-BB6E-0FEEE62B140D}" dt="2022-06-28T14:15:04.522" v="7151" actId="20577"/>
        <pc:sldMkLst>
          <pc:docMk/>
          <pc:sldMk cId="2138671625" sldId="312"/>
        </pc:sldMkLst>
        <pc:spChg chg="mod">
          <ac:chgData name="Dan Thal" userId="ca96caf7-a7c4-4bf7-9438-a67ba53f0bb2" providerId="ADAL" clId="{EC02646C-CD86-422F-BB6E-0FEEE62B140D}" dt="2022-06-27T16:49:09.336" v="2627" actId="20577"/>
          <ac:spMkLst>
            <pc:docMk/>
            <pc:sldMk cId="2138671625" sldId="312"/>
            <ac:spMk id="2" creationId="{47709ACC-FAF8-424B-B310-3593972C1649}"/>
          </ac:spMkLst>
        </pc:spChg>
        <pc:spChg chg="mod">
          <ac:chgData name="Dan Thal" userId="ca96caf7-a7c4-4bf7-9438-a67ba53f0bb2" providerId="ADAL" clId="{EC02646C-CD86-422F-BB6E-0FEEE62B140D}" dt="2022-06-27T23:59:24.573" v="6218" actId="20577"/>
          <ac:spMkLst>
            <pc:docMk/>
            <pc:sldMk cId="2138671625" sldId="312"/>
            <ac:spMk id="3" creationId="{8737E2B0-5C61-478E-BE24-D13DFBBED73E}"/>
          </ac:spMkLst>
        </pc:spChg>
        <pc:spChg chg="add mod">
          <ac:chgData name="Dan Thal" userId="ca96caf7-a7c4-4bf7-9438-a67ba53f0bb2" providerId="ADAL" clId="{EC02646C-CD86-422F-BB6E-0FEEE62B140D}" dt="2022-06-28T14:12:43.171" v="7133" actId="1035"/>
          <ac:spMkLst>
            <pc:docMk/>
            <pc:sldMk cId="2138671625" sldId="312"/>
            <ac:spMk id="9" creationId="{45FD3DEB-DACA-4070-A1F2-11073800C41F}"/>
          </ac:spMkLst>
        </pc:spChg>
        <pc:spChg chg="add mod">
          <ac:chgData name="Dan Thal" userId="ca96caf7-a7c4-4bf7-9438-a67ba53f0bb2" providerId="ADAL" clId="{EC02646C-CD86-422F-BB6E-0FEEE62B140D}" dt="2022-06-28T14:12:49.384" v="7134" actId="1076"/>
          <ac:spMkLst>
            <pc:docMk/>
            <pc:sldMk cId="2138671625" sldId="312"/>
            <ac:spMk id="10" creationId="{FEDD9015-4E72-4096-BB96-5026374A7602}"/>
          </ac:spMkLst>
        </pc:spChg>
        <pc:spChg chg="add mod">
          <ac:chgData name="Dan Thal" userId="ca96caf7-a7c4-4bf7-9438-a67ba53f0bb2" providerId="ADAL" clId="{EC02646C-CD86-422F-BB6E-0FEEE62B140D}" dt="2022-06-28T14:12:32.476" v="7126" actId="1035"/>
          <ac:spMkLst>
            <pc:docMk/>
            <pc:sldMk cId="2138671625" sldId="312"/>
            <ac:spMk id="11" creationId="{31BC0E46-AB80-489B-98CB-8A579C1B3B2E}"/>
          </ac:spMkLst>
        </pc:spChg>
        <pc:spChg chg="add mod">
          <ac:chgData name="Dan Thal" userId="ca96caf7-a7c4-4bf7-9438-a67ba53f0bb2" providerId="ADAL" clId="{EC02646C-CD86-422F-BB6E-0FEEE62B140D}" dt="2022-06-28T14:12:54.482" v="7135" actId="1076"/>
          <ac:spMkLst>
            <pc:docMk/>
            <pc:sldMk cId="2138671625" sldId="312"/>
            <ac:spMk id="12" creationId="{92F9E5CD-5F33-48E1-A2CE-D61C65090F21}"/>
          </ac:spMkLst>
        </pc:spChg>
        <pc:spChg chg="add del">
          <ac:chgData name="Dan Thal" userId="ca96caf7-a7c4-4bf7-9438-a67ba53f0bb2" providerId="ADAL" clId="{EC02646C-CD86-422F-BB6E-0FEEE62B140D}" dt="2022-06-27T18:27:21.317" v="3906" actId="22"/>
          <ac:spMkLst>
            <pc:docMk/>
            <pc:sldMk cId="2138671625" sldId="312"/>
            <ac:spMk id="14" creationId="{9BC396D0-F6D2-4960-85F1-C538AE091AF2}"/>
          </ac:spMkLst>
        </pc:spChg>
        <pc:picChg chg="mod">
          <ac:chgData name="Dan Thal" userId="ca96caf7-a7c4-4bf7-9438-a67ba53f0bb2" providerId="ADAL" clId="{EC02646C-CD86-422F-BB6E-0FEEE62B140D}" dt="2022-06-28T14:12:26.571" v="7121" actId="1035"/>
          <ac:picMkLst>
            <pc:docMk/>
            <pc:sldMk cId="2138671625" sldId="312"/>
            <ac:picMk id="5" creationId="{C6E15D94-CD36-4319-AD33-201F1C2EA1F9}"/>
          </ac:picMkLst>
        </pc:picChg>
        <pc:cxnChg chg="add del mod">
          <ac:chgData name="Dan Thal" userId="ca96caf7-a7c4-4bf7-9438-a67ba53f0bb2" providerId="ADAL" clId="{EC02646C-CD86-422F-BB6E-0FEEE62B140D}" dt="2022-06-27T18:13:24.197" v="3744" actId="478"/>
          <ac:cxnSpMkLst>
            <pc:docMk/>
            <pc:sldMk cId="2138671625" sldId="312"/>
            <ac:cxnSpMk id="6" creationId="{662D323D-A290-4DEB-B8DC-70D9B9EAA2FE}"/>
          </ac:cxnSpMkLst>
        </pc:cxnChg>
        <pc:cxnChg chg="add del mod">
          <ac:chgData name="Dan Thal" userId="ca96caf7-a7c4-4bf7-9438-a67ba53f0bb2" providerId="ADAL" clId="{EC02646C-CD86-422F-BB6E-0FEEE62B140D}" dt="2022-06-27T18:14:12.385" v="3748" actId="478"/>
          <ac:cxnSpMkLst>
            <pc:docMk/>
            <pc:sldMk cId="2138671625" sldId="312"/>
            <ac:cxnSpMk id="8" creationId="{89EC2B56-BA75-4840-BBD9-100DBEE676A7}"/>
          </ac:cxnSpMkLst>
        </pc:cxnChg>
      </pc:sldChg>
      <pc:sldChg chg="modSp add mod modNotesTx">
        <pc:chgData name="Dan Thal" userId="ca96caf7-a7c4-4bf7-9438-a67ba53f0bb2" providerId="ADAL" clId="{EC02646C-CD86-422F-BB6E-0FEEE62B140D}" dt="2022-06-28T14:55:56.287" v="7755" actId="20577"/>
        <pc:sldMkLst>
          <pc:docMk/>
          <pc:sldMk cId="3037962661" sldId="313"/>
        </pc:sldMkLst>
        <pc:spChg chg="mod">
          <ac:chgData name="Dan Thal" userId="ca96caf7-a7c4-4bf7-9438-a67ba53f0bb2" providerId="ADAL" clId="{EC02646C-CD86-422F-BB6E-0FEEE62B140D}" dt="2022-06-27T16:50:18.726" v="2645" actId="20577"/>
          <ac:spMkLst>
            <pc:docMk/>
            <pc:sldMk cId="3037962661" sldId="313"/>
            <ac:spMk id="2" creationId="{47709ACC-FAF8-424B-B310-3593972C1649}"/>
          </ac:spMkLst>
        </pc:spChg>
        <pc:spChg chg="mod">
          <ac:chgData name="Dan Thal" userId="ca96caf7-a7c4-4bf7-9438-a67ba53f0bb2" providerId="ADAL" clId="{EC02646C-CD86-422F-BB6E-0FEEE62B140D}" dt="2022-06-28T14:16:39.046" v="7189" actId="20577"/>
          <ac:spMkLst>
            <pc:docMk/>
            <pc:sldMk cId="3037962661" sldId="313"/>
            <ac:spMk id="3" creationId="{8737E2B0-5C61-478E-BE24-D13DFBBED73E}"/>
          </ac:spMkLst>
        </pc:spChg>
        <pc:picChg chg="mod">
          <ac:chgData name="Dan Thal" userId="ca96caf7-a7c4-4bf7-9438-a67ba53f0bb2" providerId="ADAL" clId="{EC02646C-CD86-422F-BB6E-0FEEE62B140D}" dt="2022-06-28T14:13:22.420" v="7139" actId="14826"/>
          <ac:picMkLst>
            <pc:docMk/>
            <pc:sldMk cId="3037962661" sldId="313"/>
            <ac:picMk id="5" creationId="{C6E15D94-CD36-4319-AD33-201F1C2EA1F9}"/>
          </ac:picMkLst>
        </pc:picChg>
      </pc:sldChg>
      <pc:sldChg chg="modSp add del mod">
        <pc:chgData name="Dan Thal" userId="ca96caf7-a7c4-4bf7-9438-a67ba53f0bb2" providerId="ADAL" clId="{EC02646C-CD86-422F-BB6E-0FEEE62B140D}" dt="2022-06-27T18:00:48.437" v="2709" actId="47"/>
        <pc:sldMkLst>
          <pc:docMk/>
          <pc:sldMk cId="3190489855" sldId="314"/>
        </pc:sldMkLst>
        <pc:spChg chg="mod">
          <ac:chgData name="Dan Thal" userId="ca96caf7-a7c4-4bf7-9438-a67ba53f0bb2" providerId="ADAL" clId="{EC02646C-CD86-422F-BB6E-0FEEE62B140D}" dt="2022-06-27T18:00:41.849" v="2707" actId="20577"/>
          <ac:spMkLst>
            <pc:docMk/>
            <pc:sldMk cId="3190489855" sldId="314"/>
            <ac:spMk id="2" creationId="{47709ACC-FAF8-424B-B310-3593972C1649}"/>
          </ac:spMkLst>
        </pc:spChg>
      </pc:sldChg>
      <pc:sldChg chg="modSp add del mod modNotesTx">
        <pc:chgData name="Dan Thal" userId="ca96caf7-a7c4-4bf7-9438-a67ba53f0bb2" providerId="ADAL" clId="{EC02646C-CD86-422F-BB6E-0FEEE62B140D}" dt="2022-06-28T14:17:06.138" v="7195" actId="47"/>
        <pc:sldMkLst>
          <pc:docMk/>
          <pc:sldMk cId="3645614801" sldId="315"/>
        </pc:sldMkLst>
        <pc:spChg chg="mod">
          <ac:chgData name="Dan Thal" userId="ca96caf7-a7c4-4bf7-9438-a67ba53f0bb2" providerId="ADAL" clId="{EC02646C-CD86-422F-BB6E-0FEEE62B140D}" dt="2022-06-27T18:00:51.512" v="2715" actId="20577"/>
          <ac:spMkLst>
            <pc:docMk/>
            <pc:sldMk cId="3645614801" sldId="315"/>
            <ac:spMk id="2" creationId="{47709ACC-FAF8-424B-B310-3593972C1649}"/>
          </ac:spMkLst>
        </pc:spChg>
        <pc:spChg chg="mod">
          <ac:chgData name="Dan Thal" userId="ca96caf7-a7c4-4bf7-9438-a67ba53f0bb2" providerId="ADAL" clId="{EC02646C-CD86-422F-BB6E-0FEEE62B140D}" dt="2022-06-27T18:33:06.248" v="4003" actId="20577"/>
          <ac:spMkLst>
            <pc:docMk/>
            <pc:sldMk cId="3645614801" sldId="315"/>
            <ac:spMk id="3" creationId="{8737E2B0-5C61-478E-BE24-D13DFBBED73E}"/>
          </ac:spMkLst>
        </pc:spChg>
      </pc:sldChg>
      <pc:sldChg chg="modSp add del mod">
        <pc:chgData name="Dan Thal" userId="ca96caf7-a7c4-4bf7-9438-a67ba53f0bb2" providerId="ADAL" clId="{EC02646C-CD86-422F-BB6E-0FEEE62B140D}" dt="2022-06-27T18:10:11.188" v="3660" actId="47"/>
        <pc:sldMkLst>
          <pc:docMk/>
          <pc:sldMk cId="2585962921" sldId="316"/>
        </pc:sldMkLst>
        <pc:spChg chg="mod">
          <ac:chgData name="Dan Thal" userId="ca96caf7-a7c4-4bf7-9438-a67ba53f0bb2" providerId="ADAL" clId="{EC02646C-CD86-422F-BB6E-0FEEE62B140D}" dt="2022-06-27T18:03:19.038" v="3131" actId="20577"/>
          <ac:spMkLst>
            <pc:docMk/>
            <pc:sldMk cId="2585962921" sldId="316"/>
            <ac:spMk id="2" creationId="{47709ACC-FAF8-424B-B310-3593972C1649}"/>
          </ac:spMkLst>
        </pc:spChg>
        <pc:spChg chg="mod">
          <ac:chgData name="Dan Thal" userId="ca96caf7-a7c4-4bf7-9438-a67ba53f0bb2" providerId="ADAL" clId="{EC02646C-CD86-422F-BB6E-0FEEE62B140D}" dt="2022-06-27T18:03:51.209" v="3210" actId="20577"/>
          <ac:spMkLst>
            <pc:docMk/>
            <pc:sldMk cId="2585962921" sldId="316"/>
            <ac:spMk id="3" creationId="{8737E2B0-5C61-478E-BE24-D13DFBBED73E}"/>
          </ac:spMkLst>
        </pc:spChg>
      </pc:sldChg>
      <pc:sldChg chg="modSp add del mod">
        <pc:chgData name="Dan Thal" userId="ca96caf7-a7c4-4bf7-9438-a67ba53f0bb2" providerId="ADAL" clId="{EC02646C-CD86-422F-BB6E-0FEEE62B140D}" dt="2022-06-27T23:23:27.328" v="5800" actId="2696"/>
        <pc:sldMkLst>
          <pc:docMk/>
          <pc:sldMk cId="1378918646" sldId="317"/>
        </pc:sldMkLst>
        <pc:spChg chg="mod">
          <ac:chgData name="Dan Thal" userId="ca96caf7-a7c4-4bf7-9438-a67ba53f0bb2" providerId="ADAL" clId="{EC02646C-CD86-422F-BB6E-0FEEE62B140D}" dt="2022-06-27T18:08:48.116" v="3658" actId="20577"/>
          <ac:spMkLst>
            <pc:docMk/>
            <pc:sldMk cId="1378918646" sldId="317"/>
            <ac:spMk id="3" creationId="{8737E2B0-5C61-478E-BE24-D13DFBBED73E}"/>
          </ac:spMkLst>
        </pc:spChg>
      </pc:sldChg>
      <pc:sldChg chg="add mod modShow">
        <pc:chgData name="Dan Thal" userId="ca96caf7-a7c4-4bf7-9438-a67ba53f0bb2" providerId="ADAL" clId="{EC02646C-CD86-422F-BB6E-0FEEE62B140D}" dt="2022-06-27T23:23:33.761" v="5802" actId="729"/>
        <pc:sldMkLst>
          <pc:docMk/>
          <pc:sldMk cId="2125854103" sldId="317"/>
        </pc:sldMkLst>
      </pc:sldChg>
      <pc:sldChg chg="modSp add del mod">
        <pc:chgData name="Dan Thal" userId="ca96caf7-a7c4-4bf7-9438-a67ba53f0bb2" providerId="ADAL" clId="{EC02646C-CD86-422F-BB6E-0FEEE62B140D}" dt="2022-06-27T23:23:27.328" v="5800" actId="2696"/>
        <pc:sldMkLst>
          <pc:docMk/>
          <pc:sldMk cId="1969474225" sldId="318"/>
        </pc:sldMkLst>
        <pc:spChg chg="mod">
          <ac:chgData name="Dan Thal" userId="ca96caf7-a7c4-4bf7-9438-a67ba53f0bb2" providerId="ADAL" clId="{EC02646C-CD86-422F-BB6E-0FEEE62B140D}" dt="2022-06-27T18:06:38.696" v="3414" actId="20577"/>
          <ac:spMkLst>
            <pc:docMk/>
            <pc:sldMk cId="1969474225" sldId="318"/>
            <ac:spMk id="3" creationId="{8737E2B0-5C61-478E-BE24-D13DFBBED73E}"/>
          </ac:spMkLst>
        </pc:spChg>
      </pc:sldChg>
      <pc:sldChg chg="add mod modShow">
        <pc:chgData name="Dan Thal" userId="ca96caf7-a7c4-4bf7-9438-a67ba53f0bb2" providerId="ADAL" clId="{EC02646C-CD86-422F-BB6E-0FEEE62B140D}" dt="2022-06-27T23:23:33.761" v="5802" actId="729"/>
        <pc:sldMkLst>
          <pc:docMk/>
          <pc:sldMk cId="3680574933" sldId="318"/>
        </pc:sldMkLst>
      </pc:sldChg>
      <pc:sldChg chg="delSp modSp add mod delAnim modAnim modNotesTx">
        <pc:chgData name="Dan Thal" userId="ca96caf7-a7c4-4bf7-9438-a67ba53f0bb2" providerId="ADAL" clId="{EC02646C-CD86-422F-BB6E-0FEEE62B140D}" dt="2022-06-28T14:11:53.302" v="7114" actId="14826"/>
        <pc:sldMkLst>
          <pc:docMk/>
          <pc:sldMk cId="3135942773" sldId="319"/>
        </pc:sldMkLst>
        <pc:spChg chg="mod">
          <ac:chgData name="Dan Thal" userId="ca96caf7-a7c4-4bf7-9438-a67ba53f0bb2" providerId="ADAL" clId="{EC02646C-CD86-422F-BB6E-0FEEE62B140D}" dt="2022-06-27T23:58:32.678" v="6212" actId="20577"/>
          <ac:spMkLst>
            <pc:docMk/>
            <pc:sldMk cId="3135942773" sldId="319"/>
            <ac:spMk id="3" creationId="{8737E2B0-5C61-478E-BE24-D13DFBBED73E}"/>
          </ac:spMkLst>
        </pc:spChg>
        <pc:spChg chg="del">
          <ac:chgData name="Dan Thal" userId="ca96caf7-a7c4-4bf7-9438-a67ba53f0bb2" providerId="ADAL" clId="{EC02646C-CD86-422F-BB6E-0FEEE62B140D}" dt="2022-06-27T18:19:31.937" v="3788" actId="478"/>
          <ac:spMkLst>
            <pc:docMk/>
            <pc:sldMk cId="3135942773" sldId="319"/>
            <ac:spMk id="9" creationId="{45FD3DEB-DACA-4070-A1F2-11073800C41F}"/>
          </ac:spMkLst>
        </pc:spChg>
        <pc:spChg chg="del">
          <ac:chgData name="Dan Thal" userId="ca96caf7-a7c4-4bf7-9438-a67ba53f0bb2" providerId="ADAL" clId="{EC02646C-CD86-422F-BB6E-0FEEE62B140D}" dt="2022-06-27T18:19:30.547" v="3787" actId="478"/>
          <ac:spMkLst>
            <pc:docMk/>
            <pc:sldMk cId="3135942773" sldId="319"/>
            <ac:spMk id="10" creationId="{FEDD9015-4E72-4096-BB96-5026374A7602}"/>
          </ac:spMkLst>
        </pc:spChg>
        <pc:spChg chg="del">
          <ac:chgData name="Dan Thal" userId="ca96caf7-a7c4-4bf7-9438-a67ba53f0bb2" providerId="ADAL" clId="{EC02646C-CD86-422F-BB6E-0FEEE62B140D}" dt="2022-06-27T18:19:26.754" v="3785" actId="478"/>
          <ac:spMkLst>
            <pc:docMk/>
            <pc:sldMk cId="3135942773" sldId="319"/>
            <ac:spMk id="11" creationId="{31BC0E46-AB80-489B-98CB-8A579C1B3B2E}"/>
          </ac:spMkLst>
        </pc:spChg>
        <pc:spChg chg="del">
          <ac:chgData name="Dan Thal" userId="ca96caf7-a7c4-4bf7-9438-a67ba53f0bb2" providerId="ADAL" clId="{EC02646C-CD86-422F-BB6E-0FEEE62B140D}" dt="2022-06-27T18:19:29.274" v="3786" actId="478"/>
          <ac:spMkLst>
            <pc:docMk/>
            <pc:sldMk cId="3135942773" sldId="319"/>
            <ac:spMk id="12" creationId="{92F9E5CD-5F33-48E1-A2CE-D61C65090F21}"/>
          </ac:spMkLst>
        </pc:spChg>
        <pc:picChg chg="mod">
          <ac:chgData name="Dan Thal" userId="ca96caf7-a7c4-4bf7-9438-a67ba53f0bb2" providerId="ADAL" clId="{EC02646C-CD86-422F-BB6E-0FEEE62B140D}" dt="2022-06-28T14:11:53.302" v="7114" actId="14826"/>
          <ac:picMkLst>
            <pc:docMk/>
            <pc:sldMk cId="3135942773" sldId="319"/>
            <ac:picMk id="5" creationId="{C6E15D94-CD36-4319-AD33-201F1C2EA1F9}"/>
          </ac:picMkLst>
        </pc:picChg>
      </pc:sldChg>
      <pc:sldChg chg="modSp add mod modNotesTx">
        <pc:chgData name="Dan Thal" userId="ca96caf7-a7c4-4bf7-9438-a67ba53f0bb2" providerId="ADAL" clId="{EC02646C-CD86-422F-BB6E-0FEEE62B140D}" dt="2022-06-28T14:16:25.029" v="7173" actId="20577"/>
        <pc:sldMkLst>
          <pc:docMk/>
          <pc:sldMk cId="3357349921" sldId="320"/>
        </pc:sldMkLst>
        <pc:spChg chg="mod">
          <ac:chgData name="Dan Thal" userId="ca96caf7-a7c4-4bf7-9438-a67ba53f0bb2" providerId="ADAL" clId="{EC02646C-CD86-422F-BB6E-0FEEE62B140D}" dt="2022-06-28T14:16:25.029" v="7173" actId="20577"/>
          <ac:spMkLst>
            <pc:docMk/>
            <pc:sldMk cId="3357349921" sldId="320"/>
            <ac:spMk id="3" creationId="{8737E2B0-5C61-478E-BE24-D13DFBBED73E}"/>
          </ac:spMkLst>
        </pc:spChg>
        <pc:picChg chg="mod">
          <ac:chgData name="Dan Thal" userId="ca96caf7-a7c4-4bf7-9438-a67ba53f0bb2" providerId="ADAL" clId="{EC02646C-CD86-422F-BB6E-0FEEE62B140D}" dt="2022-06-28T14:13:09.076" v="7137" actId="14826"/>
          <ac:picMkLst>
            <pc:docMk/>
            <pc:sldMk cId="3357349921" sldId="320"/>
            <ac:picMk id="5" creationId="{C6E15D94-CD36-4319-AD33-201F1C2EA1F9}"/>
          </ac:picMkLst>
        </pc:picChg>
      </pc:sldChg>
      <pc:sldChg chg="modSp add mod modAnim modNotesTx">
        <pc:chgData name="Dan Thal" userId="ca96caf7-a7c4-4bf7-9438-a67ba53f0bb2" providerId="ADAL" clId="{EC02646C-CD86-422F-BB6E-0FEEE62B140D}" dt="2022-06-28T14:16:35.896" v="7181" actId="20577"/>
        <pc:sldMkLst>
          <pc:docMk/>
          <pc:sldMk cId="3731262148" sldId="321"/>
        </pc:sldMkLst>
        <pc:spChg chg="mod">
          <ac:chgData name="Dan Thal" userId="ca96caf7-a7c4-4bf7-9438-a67ba53f0bb2" providerId="ADAL" clId="{EC02646C-CD86-422F-BB6E-0FEEE62B140D}" dt="2022-06-28T14:16:35.896" v="7181" actId="20577"/>
          <ac:spMkLst>
            <pc:docMk/>
            <pc:sldMk cId="3731262148" sldId="321"/>
            <ac:spMk id="3" creationId="{8737E2B0-5C61-478E-BE24-D13DFBBED73E}"/>
          </ac:spMkLst>
        </pc:spChg>
        <pc:picChg chg="mod">
          <ac:chgData name="Dan Thal" userId="ca96caf7-a7c4-4bf7-9438-a67ba53f0bb2" providerId="ADAL" clId="{EC02646C-CD86-422F-BB6E-0FEEE62B140D}" dt="2022-06-28T14:13:15.865" v="7138" actId="14826"/>
          <ac:picMkLst>
            <pc:docMk/>
            <pc:sldMk cId="3731262148" sldId="321"/>
            <ac:picMk id="5" creationId="{C6E15D94-CD36-4319-AD33-201F1C2EA1F9}"/>
          </ac:picMkLst>
        </pc:picChg>
      </pc:sldChg>
      <pc:sldChg chg="modSp add mod modAnim modNotesTx">
        <pc:chgData name="Dan Thal" userId="ca96caf7-a7c4-4bf7-9438-a67ba53f0bb2" providerId="ADAL" clId="{EC02646C-CD86-422F-BB6E-0FEEE62B140D}" dt="2022-06-28T14:13:59.464" v="7140" actId="14826"/>
        <pc:sldMkLst>
          <pc:docMk/>
          <pc:sldMk cId="1086783073" sldId="322"/>
        </pc:sldMkLst>
        <pc:spChg chg="mod">
          <ac:chgData name="Dan Thal" userId="ca96caf7-a7c4-4bf7-9438-a67ba53f0bb2" providerId="ADAL" clId="{EC02646C-CD86-422F-BB6E-0FEEE62B140D}" dt="2022-06-27T18:48:36.780" v="4152"/>
          <ac:spMkLst>
            <pc:docMk/>
            <pc:sldMk cId="1086783073" sldId="322"/>
            <ac:spMk id="2" creationId="{47709ACC-FAF8-424B-B310-3593972C1649}"/>
          </ac:spMkLst>
        </pc:spChg>
        <pc:spChg chg="mod">
          <ac:chgData name="Dan Thal" userId="ca96caf7-a7c4-4bf7-9438-a67ba53f0bb2" providerId="ADAL" clId="{EC02646C-CD86-422F-BB6E-0FEEE62B140D}" dt="2022-06-27T18:49:29.977" v="4237" actId="20577"/>
          <ac:spMkLst>
            <pc:docMk/>
            <pc:sldMk cId="1086783073" sldId="322"/>
            <ac:spMk id="3" creationId="{8737E2B0-5C61-478E-BE24-D13DFBBED73E}"/>
          </ac:spMkLst>
        </pc:spChg>
        <pc:picChg chg="mod">
          <ac:chgData name="Dan Thal" userId="ca96caf7-a7c4-4bf7-9438-a67ba53f0bb2" providerId="ADAL" clId="{EC02646C-CD86-422F-BB6E-0FEEE62B140D}" dt="2022-06-28T14:13:59.464" v="7140" actId="14826"/>
          <ac:picMkLst>
            <pc:docMk/>
            <pc:sldMk cId="1086783073" sldId="322"/>
            <ac:picMk id="5" creationId="{C6E15D94-CD36-4319-AD33-201F1C2EA1F9}"/>
          </ac:picMkLst>
        </pc:picChg>
      </pc:sldChg>
      <pc:sldChg chg="modSp add">
        <pc:chgData name="Dan Thal" userId="ca96caf7-a7c4-4bf7-9438-a67ba53f0bb2" providerId="ADAL" clId="{EC02646C-CD86-422F-BB6E-0FEEE62B140D}" dt="2022-06-28T14:14:14.933" v="7143" actId="14826"/>
        <pc:sldMkLst>
          <pc:docMk/>
          <pc:sldMk cId="1604643557" sldId="323"/>
        </pc:sldMkLst>
        <pc:picChg chg="mod">
          <ac:chgData name="Dan Thal" userId="ca96caf7-a7c4-4bf7-9438-a67ba53f0bb2" providerId="ADAL" clId="{EC02646C-CD86-422F-BB6E-0FEEE62B140D}" dt="2022-06-28T14:14:14.933" v="7143" actId="14826"/>
          <ac:picMkLst>
            <pc:docMk/>
            <pc:sldMk cId="1604643557" sldId="323"/>
            <ac:picMk id="5" creationId="{C6E15D94-CD36-4319-AD33-201F1C2EA1F9}"/>
          </ac:picMkLst>
        </pc:picChg>
      </pc:sldChg>
      <pc:sldChg chg="modSp add ord">
        <pc:chgData name="Dan Thal" userId="ca96caf7-a7c4-4bf7-9438-a67ba53f0bb2" providerId="ADAL" clId="{EC02646C-CD86-422F-BB6E-0FEEE62B140D}" dt="2022-06-28T14:14:10.605" v="7142" actId="14826"/>
        <pc:sldMkLst>
          <pc:docMk/>
          <pc:sldMk cId="1376933533" sldId="324"/>
        </pc:sldMkLst>
        <pc:picChg chg="mod">
          <ac:chgData name="Dan Thal" userId="ca96caf7-a7c4-4bf7-9438-a67ba53f0bb2" providerId="ADAL" clId="{EC02646C-CD86-422F-BB6E-0FEEE62B140D}" dt="2022-06-28T14:14:10.605" v="7142" actId="14826"/>
          <ac:picMkLst>
            <pc:docMk/>
            <pc:sldMk cId="1376933533" sldId="324"/>
            <ac:picMk id="5" creationId="{C6E15D94-CD36-4319-AD33-201F1C2EA1F9}"/>
          </ac:picMkLst>
        </pc:picChg>
      </pc:sldChg>
      <pc:sldChg chg="add del">
        <pc:chgData name="Dan Thal" userId="ca96caf7-a7c4-4bf7-9438-a67ba53f0bb2" providerId="ADAL" clId="{EC02646C-CD86-422F-BB6E-0FEEE62B140D}" dt="2022-06-27T18:50:08.978" v="4244"/>
        <pc:sldMkLst>
          <pc:docMk/>
          <pc:sldMk cId="190221754" sldId="325"/>
        </pc:sldMkLst>
      </pc:sldChg>
      <pc:sldChg chg="modSp add mod modAnim">
        <pc:chgData name="Dan Thal" userId="ca96caf7-a7c4-4bf7-9438-a67ba53f0bb2" providerId="ADAL" clId="{EC02646C-CD86-422F-BB6E-0FEEE62B140D}" dt="2022-06-28T14:41:28.698" v="7348" actId="20577"/>
        <pc:sldMkLst>
          <pc:docMk/>
          <pc:sldMk cId="4274764312" sldId="325"/>
        </pc:sldMkLst>
        <pc:spChg chg="mod">
          <ac:chgData name="Dan Thal" userId="ca96caf7-a7c4-4bf7-9438-a67ba53f0bb2" providerId="ADAL" clId="{EC02646C-CD86-422F-BB6E-0FEEE62B140D}" dt="2022-06-28T14:41:28.698" v="7348" actId="20577"/>
          <ac:spMkLst>
            <pc:docMk/>
            <pc:sldMk cId="4274764312" sldId="325"/>
            <ac:spMk id="3" creationId="{8737E2B0-5C61-478E-BE24-D13DFBBED73E}"/>
          </ac:spMkLst>
        </pc:spChg>
        <pc:picChg chg="mod">
          <ac:chgData name="Dan Thal" userId="ca96caf7-a7c4-4bf7-9438-a67ba53f0bb2" providerId="ADAL" clId="{EC02646C-CD86-422F-BB6E-0FEEE62B140D}" dt="2022-06-28T14:14:20.966" v="7144" actId="14826"/>
          <ac:picMkLst>
            <pc:docMk/>
            <pc:sldMk cId="4274764312" sldId="325"/>
            <ac:picMk id="5" creationId="{C6E15D94-CD36-4319-AD33-201F1C2EA1F9}"/>
          </ac:picMkLst>
        </pc:picChg>
      </pc:sldChg>
      <pc:sldChg chg="modSp add mod">
        <pc:chgData name="Dan Thal" userId="ca96caf7-a7c4-4bf7-9438-a67ba53f0bb2" providerId="ADAL" clId="{EC02646C-CD86-422F-BB6E-0FEEE62B140D}" dt="2022-06-27T23:18:51.231" v="5472" actId="20577"/>
        <pc:sldMkLst>
          <pc:docMk/>
          <pc:sldMk cId="3889849071" sldId="326"/>
        </pc:sldMkLst>
        <pc:spChg chg="mod">
          <ac:chgData name="Dan Thal" userId="ca96caf7-a7c4-4bf7-9438-a67ba53f0bb2" providerId="ADAL" clId="{EC02646C-CD86-422F-BB6E-0FEEE62B140D}" dt="2022-06-27T23:06:00.648" v="4484" actId="20577"/>
          <ac:spMkLst>
            <pc:docMk/>
            <pc:sldMk cId="3889849071" sldId="326"/>
            <ac:spMk id="2" creationId="{47709ACC-FAF8-424B-B310-3593972C1649}"/>
          </ac:spMkLst>
        </pc:spChg>
        <pc:spChg chg="mod">
          <ac:chgData name="Dan Thal" userId="ca96caf7-a7c4-4bf7-9438-a67ba53f0bb2" providerId="ADAL" clId="{EC02646C-CD86-422F-BB6E-0FEEE62B140D}" dt="2022-06-27T23:18:51.231" v="5472" actId="20577"/>
          <ac:spMkLst>
            <pc:docMk/>
            <pc:sldMk cId="3889849071" sldId="326"/>
            <ac:spMk id="3" creationId="{8737E2B0-5C61-478E-BE24-D13DFBBED73E}"/>
          </ac:spMkLst>
        </pc:spChg>
      </pc:sldChg>
      <pc:sldChg chg="modSp add mod modAnim modNotesTx">
        <pc:chgData name="Dan Thal" userId="ca96caf7-a7c4-4bf7-9438-a67ba53f0bb2" providerId="ADAL" clId="{EC02646C-CD86-422F-BB6E-0FEEE62B140D}" dt="2022-06-28T14:39:16.542" v="7341" actId="20577"/>
        <pc:sldMkLst>
          <pc:docMk/>
          <pc:sldMk cId="427506134" sldId="327"/>
        </pc:sldMkLst>
        <pc:spChg chg="mod">
          <ac:chgData name="Dan Thal" userId="ca96caf7-a7c4-4bf7-9438-a67ba53f0bb2" providerId="ADAL" clId="{EC02646C-CD86-422F-BB6E-0FEEE62B140D}" dt="2022-06-27T23:07:53.237" v="4605" actId="20577"/>
          <ac:spMkLst>
            <pc:docMk/>
            <pc:sldMk cId="427506134" sldId="327"/>
            <ac:spMk id="2" creationId="{47709ACC-FAF8-424B-B310-3593972C1649}"/>
          </ac:spMkLst>
        </pc:spChg>
        <pc:spChg chg="mod">
          <ac:chgData name="Dan Thal" userId="ca96caf7-a7c4-4bf7-9438-a67ba53f0bb2" providerId="ADAL" clId="{EC02646C-CD86-422F-BB6E-0FEEE62B140D}" dt="2022-06-28T14:39:16.542" v="7341" actId="20577"/>
          <ac:spMkLst>
            <pc:docMk/>
            <pc:sldMk cId="427506134" sldId="327"/>
            <ac:spMk id="3" creationId="{8737E2B0-5C61-478E-BE24-D13DFBBED73E}"/>
          </ac:spMkLst>
        </pc:spChg>
      </pc:sldChg>
      <pc:sldChg chg="modSp add mod modAnim modNotesTx">
        <pc:chgData name="Dan Thal" userId="ca96caf7-a7c4-4bf7-9438-a67ba53f0bb2" providerId="ADAL" clId="{EC02646C-CD86-422F-BB6E-0FEEE62B140D}" dt="2022-06-28T14:55:20.133" v="7749" actId="20577"/>
        <pc:sldMkLst>
          <pc:docMk/>
          <pc:sldMk cId="3023119111" sldId="328"/>
        </pc:sldMkLst>
        <pc:spChg chg="mod">
          <ac:chgData name="Dan Thal" userId="ca96caf7-a7c4-4bf7-9438-a67ba53f0bb2" providerId="ADAL" clId="{EC02646C-CD86-422F-BB6E-0FEEE62B140D}" dt="2022-06-27T23:19:29.223" v="5501" actId="20577"/>
          <ac:spMkLst>
            <pc:docMk/>
            <pc:sldMk cId="3023119111" sldId="328"/>
            <ac:spMk id="2" creationId="{47709ACC-FAF8-424B-B310-3593972C1649}"/>
          </ac:spMkLst>
        </pc:spChg>
        <pc:spChg chg="mod">
          <ac:chgData name="Dan Thal" userId="ca96caf7-a7c4-4bf7-9438-a67ba53f0bb2" providerId="ADAL" clId="{EC02646C-CD86-422F-BB6E-0FEEE62B140D}" dt="2022-06-28T14:54:48.381" v="7742" actId="20577"/>
          <ac:spMkLst>
            <pc:docMk/>
            <pc:sldMk cId="3023119111" sldId="328"/>
            <ac:spMk id="3" creationId="{8737E2B0-5C61-478E-BE24-D13DFBBED73E}"/>
          </ac:spMkLst>
        </pc:spChg>
      </pc:sldChg>
      <pc:sldChg chg="modSp add mod modAnim modNotesTx">
        <pc:chgData name="Dan Thal" userId="ca96caf7-a7c4-4bf7-9438-a67ba53f0bb2" providerId="ADAL" clId="{EC02646C-CD86-422F-BB6E-0FEEE62B140D}" dt="2022-06-28T14:08:13.500" v="7056" actId="20577"/>
        <pc:sldMkLst>
          <pc:docMk/>
          <pc:sldMk cId="2539357819" sldId="329"/>
        </pc:sldMkLst>
        <pc:spChg chg="mod">
          <ac:chgData name="Dan Thal" userId="ca96caf7-a7c4-4bf7-9438-a67ba53f0bb2" providerId="ADAL" clId="{EC02646C-CD86-422F-BB6E-0FEEE62B140D}" dt="2022-06-27T23:20:04.220" v="5510" actId="20577"/>
          <ac:spMkLst>
            <pc:docMk/>
            <pc:sldMk cId="2539357819" sldId="329"/>
            <ac:spMk id="2" creationId="{47709ACC-FAF8-424B-B310-3593972C1649}"/>
          </ac:spMkLst>
        </pc:spChg>
        <pc:spChg chg="mod">
          <ac:chgData name="Dan Thal" userId="ca96caf7-a7c4-4bf7-9438-a67ba53f0bb2" providerId="ADAL" clId="{EC02646C-CD86-422F-BB6E-0FEEE62B140D}" dt="2022-06-28T14:08:13.500" v="7056" actId="20577"/>
          <ac:spMkLst>
            <pc:docMk/>
            <pc:sldMk cId="2539357819" sldId="329"/>
            <ac:spMk id="3" creationId="{8737E2B0-5C61-478E-BE24-D13DFBBED73E}"/>
          </ac:spMkLst>
        </pc:spChg>
      </pc:sldChg>
      <pc:sldChg chg="addSp delSp modSp add del mod modAnim modNotesTx">
        <pc:chgData name="Dan Thal" userId="ca96caf7-a7c4-4bf7-9438-a67ba53f0bb2" providerId="ADAL" clId="{EC02646C-CD86-422F-BB6E-0FEEE62B140D}" dt="2022-06-28T14:46:10.404" v="7478" actId="47"/>
        <pc:sldMkLst>
          <pc:docMk/>
          <pc:sldMk cId="1359472442" sldId="330"/>
        </pc:sldMkLst>
        <pc:spChg chg="mod">
          <ac:chgData name="Dan Thal" userId="ca96caf7-a7c4-4bf7-9438-a67ba53f0bb2" providerId="ADAL" clId="{EC02646C-CD86-422F-BB6E-0FEEE62B140D}" dt="2022-06-27T23:37:12.235" v="5855" actId="20577"/>
          <ac:spMkLst>
            <pc:docMk/>
            <pc:sldMk cId="1359472442" sldId="330"/>
            <ac:spMk id="2" creationId="{47709ACC-FAF8-424B-B310-3593972C1649}"/>
          </ac:spMkLst>
        </pc:spChg>
        <pc:spChg chg="del mod">
          <ac:chgData name="Dan Thal" userId="ca96caf7-a7c4-4bf7-9438-a67ba53f0bb2" providerId="ADAL" clId="{EC02646C-CD86-422F-BB6E-0FEEE62B140D}" dt="2022-06-27T23:37:21.304" v="5858" actId="478"/>
          <ac:spMkLst>
            <pc:docMk/>
            <pc:sldMk cId="1359472442" sldId="330"/>
            <ac:spMk id="3" creationId="{8737E2B0-5C61-478E-BE24-D13DFBBED73E}"/>
          </ac:spMkLst>
        </pc:spChg>
        <pc:spChg chg="add mod">
          <ac:chgData name="Dan Thal" userId="ca96caf7-a7c4-4bf7-9438-a67ba53f0bb2" providerId="ADAL" clId="{EC02646C-CD86-422F-BB6E-0FEEE62B140D}" dt="2022-06-27T23:40:44.927" v="5938" actId="207"/>
          <ac:spMkLst>
            <pc:docMk/>
            <pc:sldMk cId="1359472442" sldId="330"/>
            <ac:spMk id="4" creationId="{9EFF19B2-4FF7-44AF-A0EC-4D42D5032A11}"/>
          </ac:spMkLst>
        </pc:spChg>
        <pc:spChg chg="add mod">
          <ac:chgData name="Dan Thal" userId="ca96caf7-a7c4-4bf7-9438-a67ba53f0bb2" providerId="ADAL" clId="{EC02646C-CD86-422F-BB6E-0FEEE62B140D}" dt="2022-06-27T23:41:49.055" v="6065"/>
          <ac:spMkLst>
            <pc:docMk/>
            <pc:sldMk cId="1359472442" sldId="330"/>
            <ac:spMk id="8" creationId="{8CE6842E-F625-447B-82D2-C69CDE075279}"/>
          </ac:spMkLst>
        </pc:spChg>
        <pc:spChg chg="add mod">
          <ac:chgData name="Dan Thal" userId="ca96caf7-a7c4-4bf7-9438-a67ba53f0bb2" providerId="ADAL" clId="{EC02646C-CD86-422F-BB6E-0FEEE62B140D}" dt="2022-06-27T23:41:13.163" v="5988" actId="1037"/>
          <ac:spMkLst>
            <pc:docMk/>
            <pc:sldMk cId="1359472442" sldId="330"/>
            <ac:spMk id="9" creationId="{0E3124C0-BB88-4055-93D7-C1157F0530A4}"/>
          </ac:spMkLst>
        </pc:spChg>
        <pc:spChg chg="add mod">
          <ac:chgData name="Dan Thal" userId="ca96caf7-a7c4-4bf7-9438-a67ba53f0bb2" providerId="ADAL" clId="{EC02646C-CD86-422F-BB6E-0FEEE62B140D}" dt="2022-06-27T23:42:12.537" v="6103" actId="20577"/>
          <ac:spMkLst>
            <pc:docMk/>
            <pc:sldMk cId="1359472442" sldId="330"/>
            <ac:spMk id="10" creationId="{4DCBD565-9636-471F-8EE8-5FED65E51C2F}"/>
          </ac:spMkLst>
        </pc:spChg>
        <pc:picChg chg="mod">
          <ac:chgData name="Dan Thal" userId="ca96caf7-a7c4-4bf7-9438-a67ba53f0bb2" providerId="ADAL" clId="{EC02646C-CD86-422F-BB6E-0FEEE62B140D}" dt="2022-06-28T14:14:35.133" v="7145" actId="14826"/>
          <ac:picMkLst>
            <pc:docMk/>
            <pc:sldMk cId="1359472442" sldId="330"/>
            <ac:picMk id="5" creationId="{C6E15D94-CD36-4319-AD33-201F1C2EA1F9}"/>
          </ac:picMkLst>
        </pc:picChg>
        <pc:picChg chg="add mod">
          <ac:chgData name="Dan Thal" userId="ca96caf7-a7c4-4bf7-9438-a67ba53f0bb2" providerId="ADAL" clId="{EC02646C-CD86-422F-BB6E-0FEEE62B140D}" dt="2022-06-28T14:14:41.662" v="7146" actId="14826"/>
          <ac:picMkLst>
            <pc:docMk/>
            <pc:sldMk cId="1359472442" sldId="330"/>
            <ac:picMk id="6" creationId="{C4F922CF-B4F8-442C-B0B1-C7F390D3F7BD}"/>
          </ac:picMkLst>
        </pc:picChg>
        <pc:picChg chg="add mod">
          <ac:chgData name="Dan Thal" userId="ca96caf7-a7c4-4bf7-9438-a67ba53f0bb2" providerId="ADAL" clId="{EC02646C-CD86-422F-BB6E-0FEEE62B140D}" dt="2022-06-28T14:14:46.640" v="7147" actId="14826"/>
          <ac:picMkLst>
            <pc:docMk/>
            <pc:sldMk cId="1359472442" sldId="330"/>
            <ac:picMk id="7" creationId="{8570F246-4A66-497F-9FC0-63A2C9700426}"/>
          </ac:picMkLst>
        </pc:picChg>
      </pc:sldChg>
      <pc:sldChg chg="modSp add mod">
        <pc:chgData name="Dan Thal" userId="ca96caf7-a7c4-4bf7-9438-a67ba53f0bb2" providerId="ADAL" clId="{EC02646C-CD86-422F-BB6E-0FEEE62B140D}" dt="2022-06-28T14:38:14.551" v="7335" actId="20577"/>
        <pc:sldMkLst>
          <pc:docMk/>
          <pc:sldMk cId="2991829591" sldId="331"/>
        </pc:sldMkLst>
        <pc:spChg chg="mod">
          <ac:chgData name="Dan Thal" userId="ca96caf7-a7c4-4bf7-9438-a67ba53f0bb2" providerId="ADAL" clId="{EC02646C-CD86-422F-BB6E-0FEEE62B140D}" dt="2022-06-28T14:38:12.078" v="7334" actId="5793"/>
          <ac:spMkLst>
            <pc:docMk/>
            <pc:sldMk cId="2991829591" sldId="331"/>
            <ac:spMk id="2" creationId="{47709ACC-FAF8-424B-B310-3593972C1649}"/>
          </ac:spMkLst>
        </pc:spChg>
        <pc:spChg chg="mod">
          <ac:chgData name="Dan Thal" userId="ca96caf7-a7c4-4bf7-9438-a67ba53f0bb2" providerId="ADAL" clId="{EC02646C-CD86-422F-BB6E-0FEEE62B140D}" dt="2022-06-28T14:38:14.551" v="7335" actId="20577"/>
          <ac:spMkLst>
            <pc:docMk/>
            <pc:sldMk cId="2991829591" sldId="331"/>
            <ac:spMk id="3" creationId="{8737E2B0-5C61-478E-BE24-D13DFBBED73E}"/>
          </ac:spMkLst>
        </pc:spChg>
      </pc:sldChg>
      <pc:sldChg chg="add del">
        <pc:chgData name="Dan Thal" userId="ca96caf7-a7c4-4bf7-9438-a67ba53f0bb2" providerId="ADAL" clId="{EC02646C-CD86-422F-BB6E-0FEEE62B140D}" dt="2022-06-28T13:57:16.590" v="6494" actId="47"/>
        <pc:sldMkLst>
          <pc:docMk/>
          <pc:sldMk cId="3962008893" sldId="331"/>
        </pc:sldMkLst>
      </pc:sldChg>
      <pc:sldChg chg="addSp delSp modSp add del mod delAnim modNotesTx">
        <pc:chgData name="Dan Thal" userId="ca96caf7-a7c4-4bf7-9438-a67ba53f0bb2" providerId="ADAL" clId="{EC02646C-CD86-422F-BB6E-0FEEE62B140D}" dt="2022-06-28T14:47:39.236" v="7483" actId="47"/>
        <pc:sldMkLst>
          <pc:docMk/>
          <pc:sldMk cId="2837706123" sldId="332"/>
        </pc:sldMkLst>
        <pc:spChg chg="del">
          <ac:chgData name="Dan Thal" userId="ca96caf7-a7c4-4bf7-9438-a67ba53f0bb2" providerId="ADAL" clId="{EC02646C-CD86-422F-BB6E-0FEEE62B140D}" dt="2022-06-28T14:41:18.494" v="7343" actId="478"/>
          <ac:spMkLst>
            <pc:docMk/>
            <pc:sldMk cId="2837706123" sldId="332"/>
            <ac:spMk id="4" creationId="{9EFF19B2-4FF7-44AF-A0EC-4D42D5032A11}"/>
          </ac:spMkLst>
        </pc:spChg>
        <pc:spChg chg="del">
          <ac:chgData name="Dan Thal" userId="ca96caf7-a7c4-4bf7-9438-a67ba53f0bb2" providerId="ADAL" clId="{EC02646C-CD86-422F-BB6E-0FEEE62B140D}" dt="2022-06-28T14:41:22.361" v="7346" actId="478"/>
          <ac:spMkLst>
            <pc:docMk/>
            <pc:sldMk cId="2837706123" sldId="332"/>
            <ac:spMk id="8" creationId="{8CE6842E-F625-447B-82D2-C69CDE075279}"/>
          </ac:spMkLst>
        </pc:spChg>
        <pc:spChg chg="del">
          <ac:chgData name="Dan Thal" userId="ca96caf7-a7c4-4bf7-9438-a67ba53f0bb2" providerId="ADAL" clId="{EC02646C-CD86-422F-BB6E-0FEEE62B140D}" dt="2022-06-28T14:41:19.533" v="7344" actId="478"/>
          <ac:spMkLst>
            <pc:docMk/>
            <pc:sldMk cId="2837706123" sldId="332"/>
            <ac:spMk id="9" creationId="{0E3124C0-BB88-4055-93D7-C1157F0530A4}"/>
          </ac:spMkLst>
        </pc:spChg>
        <pc:spChg chg="del">
          <ac:chgData name="Dan Thal" userId="ca96caf7-a7c4-4bf7-9438-a67ba53f0bb2" providerId="ADAL" clId="{EC02646C-CD86-422F-BB6E-0FEEE62B140D}" dt="2022-06-28T14:41:20.855" v="7345" actId="478"/>
          <ac:spMkLst>
            <pc:docMk/>
            <pc:sldMk cId="2837706123" sldId="332"/>
            <ac:spMk id="10" creationId="{4DCBD565-9636-471F-8EE8-5FED65E51C2F}"/>
          </ac:spMkLst>
        </pc:spChg>
        <pc:spChg chg="add del mod">
          <ac:chgData name="Dan Thal" userId="ca96caf7-a7c4-4bf7-9438-a67ba53f0bb2" providerId="ADAL" clId="{EC02646C-CD86-422F-BB6E-0FEEE62B140D}" dt="2022-06-28T14:41:24.965" v="7347" actId="478"/>
          <ac:spMkLst>
            <pc:docMk/>
            <pc:sldMk cId="2837706123" sldId="332"/>
            <ac:spMk id="11" creationId="{BF083D64-D0A3-4A76-BC3B-ED92442597C7}"/>
          </ac:spMkLst>
        </pc:spChg>
      </pc:sldChg>
      <pc:sldChg chg="addSp modSp add mod modAnim modNotesTx">
        <pc:chgData name="Dan Thal" userId="ca96caf7-a7c4-4bf7-9438-a67ba53f0bb2" providerId="ADAL" clId="{EC02646C-CD86-422F-BB6E-0FEEE62B140D}" dt="2022-06-28T14:52:02.368" v="7738" actId="20577"/>
        <pc:sldMkLst>
          <pc:docMk/>
          <pc:sldMk cId="3530356510" sldId="333"/>
        </pc:sldMkLst>
        <pc:spChg chg="mod">
          <ac:chgData name="Dan Thal" userId="ca96caf7-a7c4-4bf7-9438-a67ba53f0bb2" providerId="ADAL" clId="{EC02646C-CD86-422F-BB6E-0FEEE62B140D}" dt="2022-06-28T14:44:14.654" v="7471" actId="1076"/>
          <ac:spMkLst>
            <pc:docMk/>
            <pc:sldMk cId="3530356510" sldId="333"/>
            <ac:spMk id="4" creationId="{9EFF19B2-4FF7-44AF-A0EC-4D42D5032A11}"/>
          </ac:spMkLst>
        </pc:spChg>
        <pc:spChg chg="mod">
          <ac:chgData name="Dan Thal" userId="ca96caf7-a7c4-4bf7-9438-a67ba53f0bb2" providerId="ADAL" clId="{EC02646C-CD86-422F-BB6E-0FEEE62B140D}" dt="2022-06-28T14:43:31.797" v="7388" actId="1076"/>
          <ac:spMkLst>
            <pc:docMk/>
            <pc:sldMk cId="3530356510" sldId="333"/>
            <ac:spMk id="8" creationId="{8CE6842E-F625-447B-82D2-C69CDE075279}"/>
          </ac:spMkLst>
        </pc:spChg>
        <pc:spChg chg="mod">
          <ac:chgData name="Dan Thal" userId="ca96caf7-a7c4-4bf7-9438-a67ba53f0bb2" providerId="ADAL" clId="{EC02646C-CD86-422F-BB6E-0FEEE62B140D}" dt="2022-06-28T14:46:34.230" v="7479" actId="1076"/>
          <ac:spMkLst>
            <pc:docMk/>
            <pc:sldMk cId="3530356510" sldId="333"/>
            <ac:spMk id="9" creationId="{0E3124C0-BB88-4055-93D7-C1157F0530A4}"/>
          </ac:spMkLst>
        </pc:spChg>
        <pc:spChg chg="mod">
          <ac:chgData name="Dan Thal" userId="ca96caf7-a7c4-4bf7-9438-a67ba53f0bb2" providerId="ADAL" clId="{EC02646C-CD86-422F-BB6E-0FEEE62B140D}" dt="2022-06-28T14:43:49.142" v="7391" actId="1076"/>
          <ac:spMkLst>
            <pc:docMk/>
            <pc:sldMk cId="3530356510" sldId="333"/>
            <ac:spMk id="10" creationId="{4DCBD565-9636-471F-8EE8-5FED65E51C2F}"/>
          </ac:spMkLst>
        </pc:spChg>
        <pc:spChg chg="add mod">
          <ac:chgData name="Dan Thal" userId="ca96caf7-a7c4-4bf7-9438-a67ba53f0bb2" providerId="ADAL" clId="{EC02646C-CD86-422F-BB6E-0FEEE62B140D}" dt="2022-06-28T14:47:02.358" v="7482" actId="1076"/>
          <ac:spMkLst>
            <pc:docMk/>
            <pc:sldMk cId="3530356510" sldId="333"/>
            <ac:spMk id="11" creationId="{7B23E891-A799-43C9-8E24-42F0DDD499E5}"/>
          </ac:spMkLst>
        </pc:spChg>
        <pc:picChg chg="mod">
          <ac:chgData name="Dan Thal" userId="ca96caf7-a7c4-4bf7-9438-a67ba53f0bb2" providerId="ADAL" clId="{EC02646C-CD86-422F-BB6E-0FEEE62B140D}" dt="2022-06-28T14:48:18.666" v="7484" actId="1076"/>
          <ac:picMkLst>
            <pc:docMk/>
            <pc:sldMk cId="3530356510" sldId="333"/>
            <ac:picMk id="5" creationId="{C6E15D94-CD36-4319-AD33-201F1C2EA1F9}"/>
          </ac:picMkLst>
        </pc:picChg>
        <pc:picChg chg="mod">
          <ac:chgData name="Dan Thal" userId="ca96caf7-a7c4-4bf7-9438-a67ba53f0bb2" providerId="ADAL" clId="{EC02646C-CD86-422F-BB6E-0FEEE62B140D}" dt="2022-06-28T14:48:22.721" v="7485" actId="1076"/>
          <ac:picMkLst>
            <pc:docMk/>
            <pc:sldMk cId="3530356510" sldId="333"/>
            <ac:picMk id="6" creationId="{C4F922CF-B4F8-442C-B0B1-C7F390D3F7BD}"/>
          </ac:picMkLst>
        </pc:picChg>
        <pc:picChg chg="mod">
          <ac:chgData name="Dan Thal" userId="ca96caf7-a7c4-4bf7-9438-a67ba53f0bb2" providerId="ADAL" clId="{EC02646C-CD86-422F-BB6E-0FEEE62B140D}" dt="2022-06-28T14:48:25.348" v="7486" actId="1076"/>
          <ac:picMkLst>
            <pc:docMk/>
            <pc:sldMk cId="3530356510" sldId="333"/>
            <ac:picMk id="7" creationId="{8570F246-4A66-497F-9FC0-63A2C9700426}"/>
          </ac:picMkLst>
        </pc:picChg>
      </pc:sldChg>
      <pc:sldChg chg="del">
        <pc:chgData name="Dan Thal" userId="ca96caf7-a7c4-4bf7-9438-a67ba53f0bb2" providerId="ADAL" clId="{EC02646C-CD86-422F-BB6E-0FEEE62B140D}" dt="2022-06-27T15:40:05.036" v="34" actId="47"/>
        <pc:sldMkLst>
          <pc:docMk/>
          <pc:sldMk cId="3705082295" sldId="371"/>
        </pc:sldMkLst>
      </pc:sldChg>
      <pc:sldChg chg="del">
        <pc:chgData name="Dan Thal" userId="ca96caf7-a7c4-4bf7-9438-a67ba53f0bb2" providerId="ADAL" clId="{EC02646C-CD86-422F-BB6E-0FEEE62B140D}" dt="2022-06-27T15:40:05.036" v="34" actId="47"/>
        <pc:sldMkLst>
          <pc:docMk/>
          <pc:sldMk cId="1829341659" sldId="384"/>
        </pc:sldMkLst>
      </pc:sldChg>
      <pc:sldChg chg="del">
        <pc:chgData name="Dan Thal" userId="ca96caf7-a7c4-4bf7-9438-a67ba53f0bb2" providerId="ADAL" clId="{EC02646C-CD86-422F-BB6E-0FEEE62B140D}" dt="2022-06-27T15:40:05.036" v="34" actId="47"/>
        <pc:sldMkLst>
          <pc:docMk/>
          <pc:sldMk cId="4174332356" sldId="386"/>
        </pc:sldMkLst>
      </pc:sldChg>
      <pc:sldChg chg="del">
        <pc:chgData name="Dan Thal" userId="ca96caf7-a7c4-4bf7-9438-a67ba53f0bb2" providerId="ADAL" clId="{EC02646C-CD86-422F-BB6E-0FEEE62B140D}" dt="2022-06-27T15:40:05.036" v="34" actId="47"/>
        <pc:sldMkLst>
          <pc:docMk/>
          <pc:sldMk cId="2541292360" sldId="394"/>
        </pc:sldMkLst>
      </pc:sldChg>
      <pc:sldChg chg="del">
        <pc:chgData name="Dan Thal" userId="ca96caf7-a7c4-4bf7-9438-a67ba53f0bb2" providerId="ADAL" clId="{EC02646C-CD86-422F-BB6E-0FEEE62B140D}" dt="2022-06-27T15:40:05.036" v="34" actId="47"/>
        <pc:sldMkLst>
          <pc:docMk/>
          <pc:sldMk cId="388354089" sldId="398"/>
        </pc:sldMkLst>
      </pc:sldChg>
      <pc:sldChg chg="del">
        <pc:chgData name="Dan Thal" userId="ca96caf7-a7c4-4bf7-9438-a67ba53f0bb2" providerId="ADAL" clId="{EC02646C-CD86-422F-BB6E-0FEEE62B140D}" dt="2022-06-27T15:40:05.036" v="34" actId="47"/>
        <pc:sldMkLst>
          <pc:docMk/>
          <pc:sldMk cId="2497266032" sldId="399"/>
        </pc:sldMkLst>
      </pc:sldChg>
      <pc:sldChg chg="del">
        <pc:chgData name="Dan Thal" userId="ca96caf7-a7c4-4bf7-9438-a67ba53f0bb2" providerId="ADAL" clId="{EC02646C-CD86-422F-BB6E-0FEEE62B140D}" dt="2022-06-27T15:40:05.036" v="34" actId="47"/>
        <pc:sldMkLst>
          <pc:docMk/>
          <pc:sldMk cId="1985952740" sldId="404"/>
        </pc:sldMkLst>
      </pc:sldChg>
      <pc:sldChg chg="del">
        <pc:chgData name="Dan Thal" userId="ca96caf7-a7c4-4bf7-9438-a67ba53f0bb2" providerId="ADAL" clId="{EC02646C-CD86-422F-BB6E-0FEEE62B140D}" dt="2022-06-27T15:40:05.036" v="34" actId="47"/>
        <pc:sldMkLst>
          <pc:docMk/>
          <pc:sldMk cId="438589850" sldId="405"/>
        </pc:sldMkLst>
      </pc:sldChg>
      <pc:sldChg chg="del">
        <pc:chgData name="Dan Thal" userId="ca96caf7-a7c4-4bf7-9438-a67ba53f0bb2" providerId="ADAL" clId="{EC02646C-CD86-422F-BB6E-0FEEE62B140D}" dt="2022-06-27T15:40:05.036" v="34" actId="47"/>
        <pc:sldMkLst>
          <pc:docMk/>
          <pc:sldMk cId="2361069891" sldId="407"/>
        </pc:sldMkLst>
      </pc:sldChg>
      <pc:sldChg chg="del">
        <pc:chgData name="Dan Thal" userId="ca96caf7-a7c4-4bf7-9438-a67ba53f0bb2" providerId="ADAL" clId="{EC02646C-CD86-422F-BB6E-0FEEE62B140D}" dt="2022-06-27T15:40:05.036" v="34" actId="47"/>
        <pc:sldMkLst>
          <pc:docMk/>
          <pc:sldMk cId="4099399632" sldId="409"/>
        </pc:sldMkLst>
      </pc:sldChg>
      <pc:sldChg chg="del">
        <pc:chgData name="Dan Thal" userId="ca96caf7-a7c4-4bf7-9438-a67ba53f0bb2" providerId="ADAL" clId="{EC02646C-CD86-422F-BB6E-0FEEE62B140D}" dt="2022-06-27T15:40:05.036" v="34" actId="47"/>
        <pc:sldMkLst>
          <pc:docMk/>
          <pc:sldMk cId="2281105117" sldId="410"/>
        </pc:sldMkLst>
      </pc:sldChg>
      <pc:sldChg chg="del">
        <pc:chgData name="Dan Thal" userId="ca96caf7-a7c4-4bf7-9438-a67ba53f0bb2" providerId="ADAL" clId="{EC02646C-CD86-422F-BB6E-0FEEE62B140D}" dt="2022-06-27T15:40:05.036" v="34" actId="47"/>
        <pc:sldMkLst>
          <pc:docMk/>
          <pc:sldMk cId="2494252872" sldId="413"/>
        </pc:sldMkLst>
      </pc:sldChg>
      <pc:sldChg chg="del">
        <pc:chgData name="Dan Thal" userId="ca96caf7-a7c4-4bf7-9438-a67ba53f0bb2" providerId="ADAL" clId="{EC02646C-CD86-422F-BB6E-0FEEE62B140D}" dt="2022-06-27T15:40:05.036" v="34" actId="47"/>
        <pc:sldMkLst>
          <pc:docMk/>
          <pc:sldMk cId="1782134275" sldId="415"/>
        </pc:sldMkLst>
      </pc:sldChg>
      <pc:sldChg chg="del">
        <pc:chgData name="Dan Thal" userId="ca96caf7-a7c4-4bf7-9438-a67ba53f0bb2" providerId="ADAL" clId="{EC02646C-CD86-422F-BB6E-0FEEE62B140D}" dt="2022-06-27T15:40:05.036" v="34" actId="47"/>
        <pc:sldMkLst>
          <pc:docMk/>
          <pc:sldMk cId="478420423" sldId="416"/>
        </pc:sldMkLst>
      </pc:sldChg>
      <pc:sldChg chg="del">
        <pc:chgData name="Dan Thal" userId="ca96caf7-a7c4-4bf7-9438-a67ba53f0bb2" providerId="ADAL" clId="{EC02646C-CD86-422F-BB6E-0FEEE62B140D}" dt="2022-06-27T15:40:05.036" v="34" actId="47"/>
        <pc:sldMkLst>
          <pc:docMk/>
          <pc:sldMk cId="443816689" sldId="427"/>
        </pc:sldMkLst>
      </pc:sldChg>
      <pc:sldChg chg="del">
        <pc:chgData name="Dan Thal" userId="ca96caf7-a7c4-4bf7-9438-a67ba53f0bb2" providerId="ADAL" clId="{EC02646C-CD86-422F-BB6E-0FEEE62B140D}" dt="2022-06-27T15:40:05.036" v="34" actId="47"/>
        <pc:sldMkLst>
          <pc:docMk/>
          <pc:sldMk cId="1935845786" sldId="429"/>
        </pc:sldMkLst>
      </pc:sldChg>
      <pc:sldChg chg="del">
        <pc:chgData name="Dan Thal" userId="ca96caf7-a7c4-4bf7-9438-a67ba53f0bb2" providerId="ADAL" clId="{EC02646C-CD86-422F-BB6E-0FEEE62B140D}" dt="2022-06-27T15:40:05.036" v="34" actId="47"/>
        <pc:sldMkLst>
          <pc:docMk/>
          <pc:sldMk cId="3032601188" sldId="431"/>
        </pc:sldMkLst>
      </pc:sldChg>
      <pc:sldChg chg="del">
        <pc:chgData name="Dan Thal" userId="ca96caf7-a7c4-4bf7-9438-a67ba53f0bb2" providerId="ADAL" clId="{EC02646C-CD86-422F-BB6E-0FEEE62B140D}" dt="2022-06-27T15:40:05.036" v="34" actId="47"/>
        <pc:sldMkLst>
          <pc:docMk/>
          <pc:sldMk cId="621078825" sldId="437"/>
        </pc:sldMkLst>
      </pc:sldChg>
      <pc:sldChg chg="del">
        <pc:chgData name="Dan Thal" userId="ca96caf7-a7c4-4bf7-9438-a67ba53f0bb2" providerId="ADAL" clId="{EC02646C-CD86-422F-BB6E-0FEEE62B140D}" dt="2022-06-27T15:40:05.036" v="34" actId="47"/>
        <pc:sldMkLst>
          <pc:docMk/>
          <pc:sldMk cId="3038962864" sldId="438"/>
        </pc:sldMkLst>
      </pc:sldChg>
      <pc:sldChg chg="del">
        <pc:chgData name="Dan Thal" userId="ca96caf7-a7c4-4bf7-9438-a67ba53f0bb2" providerId="ADAL" clId="{EC02646C-CD86-422F-BB6E-0FEEE62B140D}" dt="2022-06-27T15:40:05.036" v="34" actId="47"/>
        <pc:sldMkLst>
          <pc:docMk/>
          <pc:sldMk cId="2477412451" sldId="440"/>
        </pc:sldMkLst>
      </pc:sldChg>
      <pc:sldChg chg="del">
        <pc:chgData name="Dan Thal" userId="ca96caf7-a7c4-4bf7-9438-a67ba53f0bb2" providerId="ADAL" clId="{EC02646C-CD86-422F-BB6E-0FEEE62B140D}" dt="2022-06-27T15:40:05.036" v="34" actId="47"/>
        <pc:sldMkLst>
          <pc:docMk/>
          <pc:sldMk cId="1475026569" sldId="441"/>
        </pc:sldMkLst>
      </pc:sldChg>
      <pc:sldChg chg="del">
        <pc:chgData name="Dan Thal" userId="ca96caf7-a7c4-4bf7-9438-a67ba53f0bb2" providerId="ADAL" clId="{EC02646C-CD86-422F-BB6E-0FEEE62B140D}" dt="2022-06-27T15:40:05.036" v="34" actId="47"/>
        <pc:sldMkLst>
          <pc:docMk/>
          <pc:sldMk cId="1233436370" sldId="446"/>
        </pc:sldMkLst>
      </pc:sldChg>
      <pc:sldChg chg="del">
        <pc:chgData name="Dan Thal" userId="ca96caf7-a7c4-4bf7-9438-a67ba53f0bb2" providerId="ADAL" clId="{EC02646C-CD86-422F-BB6E-0FEEE62B140D}" dt="2022-06-27T15:40:05.036" v="34" actId="47"/>
        <pc:sldMkLst>
          <pc:docMk/>
          <pc:sldMk cId="816900892" sldId="447"/>
        </pc:sldMkLst>
      </pc:sldChg>
      <pc:sldChg chg="del">
        <pc:chgData name="Dan Thal" userId="ca96caf7-a7c4-4bf7-9438-a67ba53f0bb2" providerId="ADAL" clId="{EC02646C-CD86-422F-BB6E-0FEEE62B140D}" dt="2022-06-27T15:40:05.036" v="34" actId="47"/>
        <pc:sldMkLst>
          <pc:docMk/>
          <pc:sldMk cId="3336891046" sldId="450"/>
        </pc:sldMkLst>
      </pc:sldChg>
      <pc:sldChg chg="del">
        <pc:chgData name="Dan Thal" userId="ca96caf7-a7c4-4bf7-9438-a67ba53f0bb2" providerId="ADAL" clId="{EC02646C-CD86-422F-BB6E-0FEEE62B140D}" dt="2022-06-27T15:40:05.036" v="34" actId="47"/>
        <pc:sldMkLst>
          <pc:docMk/>
          <pc:sldMk cId="3798328351" sldId="451"/>
        </pc:sldMkLst>
      </pc:sldChg>
      <pc:sldChg chg="del">
        <pc:chgData name="Dan Thal" userId="ca96caf7-a7c4-4bf7-9438-a67ba53f0bb2" providerId="ADAL" clId="{EC02646C-CD86-422F-BB6E-0FEEE62B140D}" dt="2022-06-27T15:40:05.036" v="34" actId="47"/>
        <pc:sldMkLst>
          <pc:docMk/>
          <pc:sldMk cId="1099680904" sldId="452"/>
        </pc:sldMkLst>
      </pc:sldChg>
      <pc:sldChg chg="del">
        <pc:chgData name="Dan Thal" userId="ca96caf7-a7c4-4bf7-9438-a67ba53f0bb2" providerId="ADAL" clId="{EC02646C-CD86-422F-BB6E-0FEEE62B140D}" dt="2022-06-27T15:40:05.036" v="34" actId="47"/>
        <pc:sldMkLst>
          <pc:docMk/>
          <pc:sldMk cId="2405987187" sldId="453"/>
        </pc:sldMkLst>
      </pc:sldChg>
      <pc:sldChg chg="del">
        <pc:chgData name="Dan Thal" userId="ca96caf7-a7c4-4bf7-9438-a67ba53f0bb2" providerId="ADAL" clId="{EC02646C-CD86-422F-BB6E-0FEEE62B140D}" dt="2022-06-27T15:40:05.036" v="34" actId="47"/>
        <pc:sldMkLst>
          <pc:docMk/>
          <pc:sldMk cId="3360222723" sldId="454"/>
        </pc:sldMkLst>
      </pc:sldChg>
      <pc:sldChg chg="del">
        <pc:chgData name="Dan Thal" userId="ca96caf7-a7c4-4bf7-9438-a67ba53f0bb2" providerId="ADAL" clId="{EC02646C-CD86-422F-BB6E-0FEEE62B140D}" dt="2022-06-27T15:40:05.036" v="34" actId="47"/>
        <pc:sldMkLst>
          <pc:docMk/>
          <pc:sldMk cId="2318519754" sldId="455"/>
        </pc:sldMkLst>
      </pc:sldChg>
      <pc:sldChg chg="del">
        <pc:chgData name="Dan Thal" userId="ca96caf7-a7c4-4bf7-9438-a67ba53f0bb2" providerId="ADAL" clId="{EC02646C-CD86-422F-BB6E-0FEEE62B140D}" dt="2022-06-27T15:40:05.036" v="34" actId="47"/>
        <pc:sldMkLst>
          <pc:docMk/>
          <pc:sldMk cId="754808631" sldId="456"/>
        </pc:sldMkLst>
      </pc:sldChg>
      <pc:sldChg chg="del">
        <pc:chgData name="Dan Thal" userId="ca96caf7-a7c4-4bf7-9438-a67ba53f0bb2" providerId="ADAL" clId="{EC02646C-CD86-422F-BB6E-0FEEE62B140D}" dt="2022-06-27T15:40:05.036" v="34" actId="47"/>
        <pc:sldMkLst>
          <pc:docMk/>
          <pc:sldMk cId="2906183958" sldId="457"/>
        </pc:sldMkLst>
      </pc:sldChg>
      <pc:sldChg chg="del">
        <pc:chgData name="Dan Thal" userId="ca96caf7-a7c4-4bf7-9438-a67ba53f0bb2" providerId="ADAL" clId="{EC02646C-CD86-422F-BB6E-0FEEE62B140D}" dt="2022-06-27T15:40:05.036" v="34" actId="47"/>
        <pc:sldMkLst>
          <pc:docMk/>
          <pc:sldMk cId="2342422610" sldId="462"/>
        </pc:sldMkLst>
      </pc:sldChg>
      <pc:sldChg chg="del">
        <pc:chgData name="Dan Thal" userId="ca96caf7-a7c4-4bf7-9438-a67ba53f0bb2" providerId="ADAL" clId="{EC02646C-CD86-422F-BB6E-0FEEE62B140D}" dt="2022-06-27T15:40:05.036" v="34" actId="47"/>
        <pc:sldMkLst>
          <pc:docMk/>
          <pc:sldMk cId="2259007393" sldId="463"/>
        </pc:sldMkLst>
      </pc:sldChg>
      <pc:sldChg chg="del">
        <pc:chgData name="Dan Thal" userId="ca96caf7-a7c4-4bf7-9438-a67ba53f0bb2" providerId="ADAL" clId="{EC02646C-CD86-422F-BB6E-0FEEE62B140D}" dt="2022-06-27T15:40:05.036" v="34" actId="47"/>
        <pc:sldMkLst>
          <pc:docMk/>
          <pc:sldMk cId="1801942558" sldId="464"/>
        </pc:sldMkLst>
      </pc:sldChg>
      <pc:sldChg chg="del">
        <pc:chgData name="Dan Thal" userId="ca96caf7-a7c4-4bf7-9438-a67ba53f0bb2" providerId="ADAL" clId="{EC02646C-CD86-422F-BB6E-0FEEE62B140D}" dt="2022-06-27T15:40:05.036" v="34" actId="47"/>
        <pc:sldMkLst>
          <pc:docMk/>
          <pc:sldMk cId="2959915728" sldId="465"/>
        </pc:sldMkLst>
      </pc:sldChg>
    </pc:docChg>
  </pc:docChgLst>
  <pc:docChgLst>
    <pc:chgData name="Dan Thal" userId="ca96caf7-a7c4-4bf7-9438-a67ba53f0bb2" providerId="ADAL" clId="{DAAD53CD-03DC-4DBD-B826-A4F61111DD44}"/>
    <pc:docChg chg="undo custSel addSld delSld modSld modSection">
      <pc:chgData name="Dan Thal" userId="ca96caf7-a7c4-4bf7-9438-a67ba53f0bb2" providerId="ADAL" clId="{DAAD53CD-03DC-4DBD-B826-A4F61111DD44}" dt="2022-07-12T15:05:47.467" v="1571" actId="20577"/>
      <pc:docMkLst>
        <pc:docMk/>
      </pc:docMkLst>
      <pc:sldChg chg="modSp mod">
        <pc:chgData name="Dan Thal" userId="ca96caf7-a7c4-4bf7-9438-a67ba53f0bb2" providerId="ADAL" clId="{DAAD53CD-03DC-4DBD-B826-A4F61111DD44}" dt="2022-07-11T21:16:47.961" v="1201" actId="20577"/>
        <pc:sldMkLst>
          <pc:docMk/>
          <pc:sldMk cId="616564442" sldId="302"/>
        </pc:sldMkLst>
        <pc:spChg chg="mod">
          <ac:chgData name="Dan Thal" userId="ca96caf7-a7c4-4bf7-9438-a67ba53f0bb2" providerId="ADAL" clId="{DAAD53CD-03DC-4DBD-B826-A4F61111DD44}" dt="2022-07-11T21:16:47.961" v="1201" actId="20577"/>
          <ac:spMkLst>
            <pc:docMk/>
            <pc:sldMk cId="616564442" sldId="302"/>
            <ac:spMk id="2" creationId="{C062FC02-C7CB-43EB-A40C-985CD4549559}"/>
          </ac:spMkLst>
        </pc:spChg>
        <pc:spChg chg="mod">
          <ac:chgData name="Dan Thal" userId="ca96caf7-a7c4-4bf7-9438-a67ba53f0bb2" providerId="ADAL" clId="{DAAD53CD-03DC-4DBD-B826-A4F61111DD44}" dt="2022-07-11T21:09:45.046" v="2" actId="20577"/>
          <ac:spMkLst>
            <pc:docMk/>
            <pc:sldMk cId="616564442" sldId="302"/>
            <ac:spMk id="4" creationId="{A987A3FC-C33B-47B5-A307-6E8BFB491999}"/>
          </ac:spMkLst>
        </pc:spChg>
      </pc:sldChg>
      <pc:sldChg chg="del">
        <pc:chgData name="Dan Thal" userId="ca96caf7-a7c4-4bf7-9438-a67ba53f0bb2" providerId="ADAL" clId="{DAAD53CD-03DC-4DBD-B826-A4F61111DD44}" dt="2022-07-11T21:16:01.307" v="1184" actId="47"/>
        <pc:sldMkLst>
          <pc:docMk/>
          <pc:sldMk cId="1995712290" sldId="334"/>
        </pc:sldMkLst>
      </pc:sldChg>
      <pc:sldChg chg="del">
        <pc:chgData name="Dan Thal" userId="ca96caf7-a7c4-4bf7-9438-a67ba53f0bb2" providerId="ADAL" clId="{DAAD53CD-03DC-4DBD-B826-A4F61111DD44}" dt="2022-07-11T21:16:01.307" v="1184" actId="47"/>
        <pc:sldMkLst>
          <pc:docMk/>
          <pc:sldMk cId="4155803438" sldId="335"/>
        </pc:sldMkLst>
      </pc:sldChg>
      <pc:sldChg chg="del">
        <pc:chgData name="Dan Thal" userId="ca96caf7-a7c4-4bf7-9438-a67ba53f0bb2" providerId="ADAL" clId="{DAAD53CD-03DC-4DBD-B826-A4F61111DD44}" dt="2022-07-11T21:16:01.307" v="1184" actId="47"/>
        <pc:sldMkLst>
          <pc:docMk/>
          <pc:sldMk cId="464237114" sldId="336"/>
        </pc:sldMkLst>
      </pc:sldChg>
      <pc:sldChg chg="del">
        <pc:chgData name="Dan Thal" userId="ca96caf7-a7c4-4bf7-9438-a67ba53f0bb2" providerId="ADAL" clId="{DAAD53CD-03DC-4DBD-B826-A4F61111DD44}" dt="2022-07-11T21:16:01.307" v="1184" actId="47"/>
        <pc:sldMkLst>
          <pc:docMk/>
          <pc:sldMk cId="1763059043" sldId="337"/>
        </pc:sldMkLst>
      </pc:sldChg>
      <pc:sldChg chg="del">
        <pc:chgData name="Dan Thal" userId="ca96caf7-a7c4-4bf7-9438-a67ba53f0bb2" providerId="ADAL" clId="{DAAD53CD-03DC-4DBD-B826-A4F61111DD44}" dt="2022-07-11T21:16:01.307" v="1184" actId="47"/>
        <pc:sldMkLst>
          <pc:docMk/>
          <pc:sldMk cId="3915649620" sldId="338"/>
        </pc:sldMkLst>
      </pc:sldChg>
      <pc:sldChg chg="addSp delSp modSp mod modAnim modNotesTx">
        <pc:chgData name="Dan Thal" userId="ca96caf7-a7c4-4bf7-9438-a67ba53f0bb2" providerId="ADAL" clId="{DAAD53CD-03DC-4DBD-B826-A4F61111DD44}" dt="2022-07-12T15:05:47.467" v="1571" actId="20577"/>
        <pc:sldMkLst>
          <pc:docMk/>
          <pc:sldMk cId="1539905429" sldId="339"/>
        </pc:sldMkLst>
        <pc:spChg chg="mod">
          <ac:chgData name="Dan Thal" userId="ca96caf7-a7c4-4bf7-9438-a67ba53f0bb2" providerId="ADAL" clId="{DAAD53CD-03DC-4DBD-B826-A4F61111DD44}" dt="2022-07-11T21:10:04.517" v="40" actId="20577"/>
          <ac:spMkLst>
            <pc:docMk/>
            <pc:sldMk cId="1539905429" sldId="339"/>
            <ac:spMk id="2" creationId="{47709ACC-FAF8-424B-B310-3593972C1649}"/>
          </ac:spMkLst>
        </pc:spChg>
        <pc:spChg chg="add mod">
          <ac:chgData name="Dan Thal" userId="ca96caf7-a7c4-4bf7-9438-a67ba53f0bb2" providerId="ADAL" clId="{DAAD53CD-03DC-4DBD-B826-A4F61111DD44}" dt="2022-07-11T21:11:02.054" v="259" actId="20577"/>
          <ac:spMkLst>
            <pc:docMk/>
            <pc:sldMk cId="1539905429" sldId="339"/>
            <ac:spMk id="4" creationId="{BB464029-16BD-4F22-BEDE-5BB45FE19088}"/>
          </ac:spMkLst>
        </pc:spChg>
        <pc:picChg chg="del">
          <ac:chgData name="Dan Thal" userId="ca96caf7-a7c4-4bf7-9438-a67ba53f0bb2" providerId="ADAL" clId="{DAAD53CD-03DC-4DBD-B826-A4F61111DD44}" dt="2022-07-11T21:09:52.635" v="4" actId="478"/>
          <ac:picMkLst>
            <pc:docMk/>
            <pc:sldMk cId="1539905429" sldId="339"/>
            <ac:picMk id="5" creationId="{723B332E-166D-4198-9BE3-46C96F9D0E3B}"/>
          </ac:picMkLst>
        </pc:picChg>
      </pc:sldChg>
      <pc:sldChg chg="del">
        <pc:chgData name="Dan Thal" userId="ca96caf7-a7c4-4bf7-9438-a67ba53f0bb2" providerId="ADAL" clId="{DAAD53CD-03DC-4DBD-B826-A4F61111DD44}" dt="2022-07-11T21:16:01.307" v="1184" actId="47"/>
        <pc:sldMkLst>
          <pc:docMk/>
          <pc:sldMk cId="975684117" sldId="340"/>
        </pc:sldMkLst>
      </pc:sldChg>
      <pc:sldChg chg="del">
        <pc:chgData name="Dan Thal" userId="ca96caf7-a7c4-4bf7-9438-a67ba53f0bb2" providerId="ADAL" clId="{DAAD53CD-03DC-4DBD-B826-A4F61111DD44}" dt="2022-07-11T21:16:01.307" v="1184" actId="47"/>
        <pc:sldMkLst>
          <pc:docMk/>
          <pc:sldMk cId="442792548" sldId="341"/>
        </pc:sldMkLst>
      </pc:sldChg>
      <pc:sldChg chg="del">
        <pc:chgData name="Dan Thal" userId="ca96caf7-a7c4-4bf7-9438-a67ba53f0bb2" providerId="ADAL" clId="{DAAD53CD-03DC-4DBD-B826-A4F61111DD44}" dt="2022-07-11T21:16:01.307" v="1184" actId="47"/>
        <pc:sldMkLst>
          <pc:docMk/>
          <pc:sldMk cId="492403637" sldId="342"/>
        </pc:sldMkLst>
      </pc:sldChg>
      <pc:sldChg chg="del">
        <pc:chgData name="Dan Thal" userId="ca96caf7-a7c4-4bf7-9438-a67ba53f0bb2" providerId="ADAL" clId="{DAAD53CD-03DC-4DBD-B826-A4F61111DD44}" dt="2022-07-11T21:16:01.307" v="1184" actId="47"/>
        <pc:sldMkLst>
          <pc:docMk/>
          <pc:sldMk cId="1085158966" sldId="343"/>
        </pc:sldMkLst>
      </pc:sldChg>
      <pc:sldChg chg="del">
        <pc:chgData name="Dan Thal" userId="ca96caf7-a7c4-4bf7-9438-a67ba53f0bb2" providerId="ADAL" clId="{DAAD53CD-03DC-4DBD-B826-A4F61111DD44}" dt="2022-07-11T21:16:01.307" v="1184" actId="47"/>
        <pc:sldMkLst>
          <pc:docMk/>
          <pc:sldMk cId="3008030631" sldId="344"/>
        </pc:sldMkLst>
      </pc:sldChg>
      <pc:sldChg chg="del">
        <pc:chgData name="Dan Thal" userId="ca96caf7-a7c4-4bf7-9438-a67ba53f0bb2" providerId="ADAL" clId="{DAAD53CD-03DC-4DBD-B826-A4F61111DD44}" dt="2022-07-11T21:16:01.307" v="1184" actId="47"/>
        <pc:sldMkLst>
          <pc:docMk/>
          <pc:sldMk cId="439593337" sldId="345"/>
        </pc:sldMkLst>
      </pc:sldChg>
      <pc:sldChg chg="del">
        <pc:chgData name="Dan Thal" userId="ca96caf7-a7c4-4bf7-9438-a67ba53f0bb2" providerId="ADAL" clId="{DAAD53CD-03DC-4DBD-B826-A4F61111DD44}" dt="2022-07-11T21:16:01.307" v="1184" actId="47"/>
        <pc:sldMkLst>
          <pc:docMk/>
          <pc:sldMk cId="4244213800" sldId="346"/>
        </pc:sldMkLst>
      </pc:sldChg>
      <pc:sldChg chg="modSp add mod modAnim modNotesTx">
        <pc:chgData name="Dan Thal" userId="ca96caf7-a7c4-4bf7-9438-a67ba53f0bb2" providerId="ADAL" clId="{DAAD53CD-03DC-4DBD-B826-A4F61111DD44}" dt="2022-07-12T14:59:15.243" v="1480" actId="20577"/>
        <pc:sldMkLst>
          <pc:docMk/>
          <pc:sldMk cId="1012349475" sldId="347"/>
        </pc:sldMkLst>
        <pc:spChg chg="mod">
          <ac:chgData name="Dan Thal" userId="ca96caf7-a7c4-4bf7-9438-a67ba53f0bb2" providerId="ADAL" clId="{DAAD53CD-03DC-4DBD-B826-A4F61111DD44}" dt="2022-07-11T21:11:06.848" v="267" actId="20577"/>
          <ac:spMkLst>
            <pc:docMk/>
            <pc:sldMk cId="1012349475" sldId="347"/>
            <ac:spMk id="2" creationId="{47709ACC-FAF8-424B-B310-3593972C1649}"/>
          </ac:spMkLst>
        </pc:spChg>
        <pc:spChg chg="mod">
          <ac:chgData name="Dan Thal" userId="ca96caf7-a7c4-4bf7-9438-a67ba53f0bb2" providerId="ADAL" clId="{DAAD53CD-03DC-4DBD-B826-A4F61111DD44}" dt="2022-07-12T14:59:15.243" v="1480" actId="20577"/>
          <ac:spMkLst>
            <pc:docMk/>
            <pc:sldMk cId="1012349475" sldId="347"/>
            <ac:spMk id="4" creationId="{BB464029-16BD-4F22-BEDE-5BB45FE19088}"/>
          </ac:spMkLst>
        </pc:spChg>
      </pc:sldChg>
      <pc:sldChg chg="modSp add mod modAnim modNotesTx">
        <pc:chgData name="Dan Thal" userId="ca96caf7-a7c4-4bf7-9438-a67ba53f0bb2" providerId="ADAL" clId="{DAAD53CD-03DC-4DBD-B826-A4F61111DD44}" dt="2022-07-12T14:53:55.709" v="1292" actId="20577"/>
        <pc:sldMkLst>
          <pc:docMk/>
          <pc:sldMk cId="2295957172" sldId="348"/>
        </pc:sldMkLst>
        <pc:spChg chg="mod">
          <ac:chgData name="Dan Thal" userId="ca96caf7-a7c4-4bf7-9438-a67ba53f0bb2" providerId="ADAL" clId="{DAAD53CD-03DC-4DBD-B826-A4F61111DD44}" dt="2022-07-11T21:16:05.708" v="1197" actId="20577"/>
          <ac:spMkLst>
            <pc:docMk/>
            <pc:sldMk cId="2295957172" sldId="348"/>
            <ac:spMk id="2" creationId="{47709ACC-FAF8-424B-B310-3593972C1649}"/>
          </ac:spMkLst>
        </pc:spChg>
        <pc:spChg chg="mod">
          <ac:chgData name="Dan Thal" userId="ca96caf7-a7c4-4bf7-9438-a67ba53f0bb2" providerId="ADAL" clId="{DAAD53CD-03DC-4DBD-B826-A4F61111DD44}" dt="2022-07-12T14:49:58.165" v="1229" actId="21"/>
          <ac:spMkLst>
            <pc:docMk/>
            <pc:sldMk cId="2295957172" sldId="348"/>
            <ac:spMk id="4" creationId="{BB464029-16BD-4F22-BEDE-5BB45FE19088}"/>
          </ac:spMkLst>
        </pc:spChg>
      </pc:sldChg>
      <pc:sldChg chg="modSp add mod modAnim">
        <pc:chgData name="Dan Thal" userId="ca96caf7-a7c4-4bf7-9438-a67ba53f0bb2" providerId="ADAL" clId="{DAAD53CD-03DC-4DBD-B826-A4F61111DD44}" dt="2022-07-12T14:49:02.212" v="1225" actId="6549"/>
        <pc:sldMkLst>
          <pc:docMk/>
          <pc:sldMk cId="2554663142" sldId="349"/>
        </pc:sldMkLst>
        <pc:spChg chg="mod">
          <ac:chgData name="Dan Thal" userId="ca96caf7-a7c4-4bf7-9438-a67ba53f0bb2" providerId="ADAL" clId="{DAAD53CD-03DC-4DBD-B826-A4F61111DD44}" dt="2022-07-12T14:49:00.119" v="1224" actId="20577"/>
          <ac:spMkLst>
            <pc:docMk/>
            <pc:sldMk cId="2554663142" sldId="349"/>
            <ac:spMk id="2" creationId="{47709ACC-FAF8-424B-B310-3593972C1649}"/>
          </ac:spMkLst>
        </pc:spChg>
        <pc:spChg chg="mod">
          <ac:chgData name="Dan Thal" userId="ca96caf7-a7c4-4bf7-9438-a67ba53f0bb2" providerId="ADAL" clId="{DAAD53CD-03DC-4DBD-B826-A4F61111DD44}" dt="2022-07-12T14:49:02.212" v="1225" actId="6549"/>
          <ac:spMkLst>
            <pc:docMk/>
            <pc:sldMk cId="2554663142" sldId="349"/>
            <ac:spMk id="4" creationId="{BB464029-16BD-4F22-BEDE-5BB45FE1908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5CF0BB-4F7E-4A1E-BA76-E55604F87CB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D71BE8-4891-44E4-B2A9-A1927FFAF4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EE2B28-A804-48F3-A8B3-A4E6DA5B11F6}" type="datetimeFigureOut">
              <a:rPr lang="en-US" smtClean="0"/>
              <a:t>3/17/2023</a:t>
            </a:fld>
            <a:endParaRPr lang="en-US"/>
          </a:p>
        </p:txBody>
      </p:sp>
      <p:sp>
        <p:nvSpPr>
          <p:cNvPr id="4" name="Footer Placeholder 3">
            <a:extLst>
              <a:ext uri="{FF2B5EF4-FFF2-40B4-BE49-F238E27FC236}">
                <a16:creationId xmlns:a16="http://schemas.microsoft.com/office/drawing/2014/main" id="{DC1982C3-9721-410E-B703-399581D721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3415222-20D5-4315-BFD8-AD32797679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A62E9E-256D-4B13-92B6-1D75A6AA896D}" type="slidenum">
              <a:rPr lang="en-US" smtClean="0"/>
              <a:t>‹#›</a:t>
            </a:fld>
            <a:endParaRPr lang="en-US"/>
          </a:p>
        </p:txBody>
      </p:sp>
    </p:spTree>
    <p:extLst>
      <p:ext uri="{BB962C8B-B14F-4D97-AF65-F5344CB8AC3E}">
        <p14:creationId xmlns:p14="http://schemas.microsoft.com/office/powerpoint/2010/main" val="3557193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7709C9-FABE-4B7D-817F-7C96C23A6915}" type="datetimeFigureOut">
              <a:rPr lang="en-US" smtClean="0"/>
              <a:t>3/17/2023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5B9C1-75D6-4B7F-AF0F-ABF732B21182}" type="slidenum">
              <a:rPr lang="en-US" smtClean="0"/>
              <a:t>‹#›</a:t>
            </a:fld>
            <a:endParaRPr lang="en-US"/>
          </a:p>
        </p:txBody>
      </p:sp>
    </p:spTree>
    <p:extLst>
      <p:ext uri="{BB962C8B-B14F-4D97-AF65-F5344CB8AC3E}">
        <p14:creationId xmlns:p14="http://schemas.microsoft.com/office/powerpoint/2010/main" val="512549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spcBef>
                <a:spcPts val="0"/>
              </a:spcBef>
              <a:spcAft>
                <a:spcPts val="0"/>
              </a:spcAft>
              <a:buSzPts val="1000"/>
              <a:buFont typeface="Courier New" panose="02070309020205020404" pitchFamily="49" charset="0"/>
              <a:buChar char="o"/>
              <a:tabLst>
                <a:tab pos="914400" algn="l"/>
              </a:tabLs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A55B9C1-75D6-4B7F-AF0F-ABF732B21182}" type="slidenum">
              <a:rPr lang="en-US" smtClean="0"/>
              <a:t>1</a:t>
            </a:fld>
            <a:endParaRPr lang="en-US" dirty="0"/>
          </a:p>
        </p:txBody>
      </p:sp>
    </p:spTree>
    <p:extLst>
      <p:ext uri="{BB962C8B-B14F-4D97-AF65-F5344CB8AC3E}">
        <p14:creationId xmlns:p14="http://schemas.microsoft.com/office/powerpoint/2010/main" val="444703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a:t>
            </a:fld>
            <a:endParaRPr lang="en-US" dirty="0"/>
          </a:p>
        </p:txBody>
      </p:sp>
    </p:spTree>
    <p:extLst>
      <p:ext uri="{BB962C8B-B14F-4D97-AF65-F5344CB8AC3E}">
        <p14:creationId xmlns:p14="http://schemas.microsoft.com/office/powerpoint/2010/main" val="2035586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a:t>
            </a:fld>
            <a:endParaRPr lang="en-US" dirty="0"/>
          </a:p>
        </p:txBody>
      </p:sp>
    </p:spTree>
    <p:extLst>
      <p:ext uri="{BB962C8B-B14F-4D97-AF65-F5344CB8AC3E}">
        <p14:creationId xmlns:p14="http://schemas.microsoft.com/office/powerpoint/2010/main" val="210612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J=practice, z=treatment</a:t>
                </a:r>
              </a:p>
              <a:p>
                <a:r>
                  <a:rPr lang="en-US" strike="noStrike" dirty="0"/>
                  <a:t>mu: e.g. practices with sicker </a:t>
                </a:r>
                <a:r>
                  <a:rPr lang="en-US" strike="noStrike" dirty="0" err="1"/>
                  <a:t>benes</a:t>
                </a:r>
                <a:r>
                  <a:rPr lang="en-US" strike="noStrike" dirty="0"/>
                  <a:t> have increases</a:t>
                </a:r>
              </a:p>
              <a:p>
                <a:r>
                  <a:rPr lang="en-US" strike="noStrike" dirty="0"/>
                  <a:t>tau: former CPC+ practices have </a:t>
                </a:r>
                <a:r>
                  <a:rPr lang="en-US" i="1" strike="noStrike" dirty="0"/>
                  <a:t>smaller</a:t>
                </a:r>
                <a:r>
                  <a:rPr lang="en-US" strike="noStrike" dirty="0"/>
                  <a:t> benefit</a:t>
                </a:r>
              </a:p>
              <a:p>
                <a:r>
                  <a:rPr lang="en-US" strike="noStrike" dirty="0"/>
                  <a:t>U: practice is just a super well oiled machine</a:t>
                </a:r>
              </a:p>
              <a:p>
                <a:r>
                  <a:rPr lang="en-US" strike="noStrike" dirty="0"/>
                  <a:t>V: practice has an enthusiastic care coordinator and gets a lot more out of PCF</a:t>
                </a:r>
              </a:p>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4</a:t>
            </a:fld>
            <a:endParaRPr lang="en-US" dirty="0"/>
          </a:p>
        </p:txBody>
      </p:sp>
    </p:spTree>
    <p:extLst>
      <p:ext uri="{BB962C8B-B14F-4D97-AF65-F5344CB8AC3E}">
        <p14:creationId xmlns:p14="http://schemas.microsoft.com/office/powerpoint/2010/main" val="455137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First two bullets: groups of practices</a:t>
                </a:r>
              </a:p>
              <a:p>
                <a:r>
                  <a:rPr lang="en-US" strike="noStrike" dirty="0"/>
                  <a:t>Second 2: practice-specific</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5</a:t>
            </a:fld>
            <a:endParaRPr lang="en-US" dirty="0"/>
          </a:p>
        </p:txBody>
      </p:sp>
    </p:spTree>
    <p:extLst>
      <p:ext uri="{BB962C8B-B14F-4D97-AF65-F5344CB8AC3E}">
        <p14:creationId xmlns:p14="http://schemas.microsoft.com/office/powerpoint/2010/main" val="3464462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Point out prior sensitivity</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6</a:t>
            </a:fld>
            <a:endParaRPr lang="en-US" dirty="0"/>
          </a:p>
        </p:txBody>
      </p:sp>
    </p:spTree>
    <p:extLst>
      <p:ext uri="{BB962C8B-B14F-4D97-AF65-F5344CB8AC3E}">
        <p14:creationId xmlns:p14="http://schemas.microsoft.com/office/powerpoint/2010/main" val="3489445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Practice effect is capturing everything the practice is doing that we can’t see</a:t>
                </a:r>
              </a:p>
              <a:p>
                <a:r>
                  <a:rPr lang="en-US" strike="noStrike" dirty="0"/>
                  <a:t>While the </a:t>
                </a:r>
                <a:r>
                  <a:rPr lang="en-US" strike="noStrike" dirty="0" err="1"/>
                  <a:t>idio</a:t>
                </a:r>
                <a:r>
                  <a:rPr lang="en-US" strike="noStrike"/>
                  <a:t> term is capturing what we don’t see related to PCF</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7</a:t>
            </a:fld>
            <a:endParaRPr lang="en-US" dirty="0"/>
          </a:p>
        </p:txBody>
      </p:sp>
    </p:spTree>
    <p:extLst>
      <p:ext uri="{BB962C8B-B14F-4D97-AF65-F5344CB8AC3E}">
        <p14:creationId xmlns:p14="http://schemas.microsoft.com/office/powerpoint/2010/main" val="1800100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Scalability: didn’t use </a:t>
                </a:r>
                <a:r>
                  <a:rPr lang="en-US" strike="noStrike" dirty="0" err="1"/>
                  <a:t>iBCF</a:t>
                </a:r>
                <a:r>
                  <a:rPr lang="en-US" strike="noStrike" dirty="0"/>
                  <a:t> for AR5. Irina compared W and I, and found no difference</a:t>
                </a:r>
              </a:p>
              <a:p>
                <a:r>
                  <a:rPr lang="en-US" strike="noStrike" dirty="0"/>
                  <a:t>ACIC: </a:t>
                </a:r>
                <a:r>
                  <a:rPr lang="en-US" strike="noStrike" dirty="0" err="1"/>
                  <a:t>iBCF</a:t>
                </a:r>
                <a:r>
                  <a:rPr lang="en-US" strike="noStrike" dirty="0"/>
                  <a:t> didn’t improve RMSE of practice estimates</a:t>
                </a:r>
              </a:p>
              <a:p>
                <a:r>
                  <a:rPr lang="en-US" strike="noStrike" dirty="0"/>
                  <a:t>For payment calibration, EDR is ambiguous. Propose keeping </a:t>
                </a:r>
                <a:r>
                  <a:rPr lang="en-US" strike="noStrike" dirty="0" err="1"/>
                  <a:t>ibcf</a:t>
                </a:r>
                <a:r>
                  <a:rPr lang="en-US" strike="noStrike" dirty="0"/>
                  <a:t> as a sensitivity check there, but not investing as heavily in it</a:t>
                </a:r>
              </a:p>
              <a:p>
                <a:r>
                  <a:rPr lang="en-US" strike="noStrike" dirty="0"/>
                  <a:t>Separate out: exemplars even in theory v doesn’t matter; </a:t>
                </a:r>
                <a:r>
                  <a:rPr lang="en-US" strike="noStrike" dirty="0" err="1"/>
                  <a:t>calib</a:t>
                </a:r>
                <a:r>
                  <a:rPr lang="en-US" strike="noStrike" dirty="0"/>
                  <a:t> the vs do matter in theory but in practice no</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8</a:t>
            </a:fld>
            <a:endParaRPr lang="en-US" dirty="0"/>
          </a:p>
        </p:txBody>
      </p:sp>
    </p:spTree>
    <p:extLst>
      <p:ext uri="{BB962C8B-B14F-4D97-AF65-F5344CB8AC3E}">
        <p14:creationId xmlns:p14="http://schemas.microsoft.com/office/powerpoint/2010/main" val="134816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Scalability: didn’t use </a:t>
                </a:r>
                <a:r>
                  <a:rPr lang="en-US" strike="noStrike" dirty="0" err="1"/>
                  <a:t>iBCF</a:t>
                </a:r>
                <a:r>
                  <a:rPr lang="en-US" strike="noStrike" dirty="0"/>
                  <a:t> for AR5. Irina compared W and I, and found no difference</a:t>
                </a:r>
              </a:p>
              <a:p>
                <a:r>
                  <a:rPr lang="en-US" strike="noStrike" dirty="0"/>
                  <a:t>ACIC: </a:t>
                </a:r>
                <a:r>
                  <a:rPr lang="en-US" strike="noStrike" dirty="0" err="1"/>
                  <a:t>iBCF</a:t>
                </a:r>
                <a:r>
                  <a:rPr lang="en-US" strike="noStrike" dirty="0"/>
                  <a:t> didn’t improve RMSE of practice estimates</a:t>
                </a:r>
              </a:p>
              <a:p>
                <a:r>
                  <a:rPr lang="en-US" strike="noStrike" dirty="0"/>
                  <a:t>For payment calibration, EDR is ambiguous. Propose keeping </a:t>
                </a:r>
                <a:r>
                  <a:rPr lang="en-US" strike="noStrike" dirty="0" err="1"/>
                  <a:t>ibcf</a:t>
                </a:r>
                <a:r>
                  <a:rPr lang="en-US" strike="noStrike" dirty="0"/>
                  <a:t> as a sensitivity check there, but not investing as heavily in it</a:t>
                </a:r>
              </a:p>
              <a:p>
                <a:r>
                  <a:rPr lang="en-US" strike="noStrike" dirty="0"/>
                  <a:t>Separate out: exemplars even in theory v doesn’t matter; </a:t>
                </a:r>
                <a:r>
                  <a:rPr lang="en-US" strike="noStrike" dirty="0" err="1"/>
                  <a:t>calib</a:t>
                </a:r>
                <a:r>
                  <a:rPr lang="en-US" strike="noStrike" dirty="0"/>
                  <a:t> the vs do matter in theory but in practice no</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9</a:t>
            </a:fld>
            <a:endParaRPr lang="en-US" dirty="0"/>
          </a:p>
        </p:txBody>
      </p:sp>
    </p:spTree>
    <p:extLst>
      <p:ext uri="{BB962C8B-B14F-4D97-AF65-F5344CB8AC3E}">
        <p14:creationId xmlns:p14="http://schemas.microsoft.com/office/powerpoint/2010/main" val="3796121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10</a:t>
            </a:fld>
            <a:endParaRPr lang="en-US" dirty="0"/>
          </a:p>
        </p:txBody>
      </p:sp>
    </p:spTree>
    <p:extLst>
      <p:ext uri="{BB962C8B-B14F-4D97-AF65-F5344CB8AC3E}">
        <p14:creationId xmlns:p14="http://schemas.microsoft.com/office/powerpoint/2010/main" val="1375248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11</a:t>
            </a:fld>
            <a:endParaRPr lang="en-US" dirty="0"/>
          </a:p>
        </p:txBody>
      </p:sp>
    </p:spTree>
    <p:extLst>
      <p:ext uri="{BB962C8B-B14F-4D97-AF65-F5344CB8AC3E}">
        <p14:creationId xmlns:p14="http://schemas.microsoft.com/office/powerpoint/2010/main" val="1553739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12</a:t>
            </a:fld>
            <a:endParaRPr lang="en-US" dirty="0"/>
          </a:p>
        </p:txBody>
      </p:sp>
    </p:spTree>
    <p:extLst>
      <p:ext uri="{BB962C8B-B14F-4D97-AF65-F5344CB8AC3E}">
        <p14:creationId xmlns:p14="http://schemas.microsoft.com/office/powerpoint/2010/main" val="3860333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13</a:t>
            </a:fld>
            <a:endParaRPr lang="en-US" dirty="0"/>
          </a:p>
        </p:txBody>
      </p:sp>
    </p:spTree>
    <p:extLst>
      <p:ext uri="{BB962C8B-B14F-4D97-AF65-F5344CB8AC3E}">
        <p14:creationId xmlns:p14="http://schemas.microsoft.com/office/powerpoint/2010/main" val="249091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Drive home that the insensitivity to the data is prior sensitivity.</a:t>
                </a:r>
              </a:p>
              <a:p>
                <a:r>
                  <a:rPr lang="en-US" strike="noStrike" dirty="0"/>
                  <a:t>Post = data + prior, data changes but post doesn’t</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14</a:t>
            </a:fld>
            <a:endParaRPr lang="en-US" dirty="0"/>
          </a:p>
        </p:txBody>
      </p:sp>
    </p:spTree>
    <p:extLst>
      <p:ext uri="{BB962C8B-B14F-4D97-AF65-F5344CB8AC3E}">
        <p14:creationId xmlns:p14="http://schemas.microsoft.com/office/powerpoint/2010/main" val="3796667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15</a:t>
            </a:fld>
            <a:endParaRPr lang="en-US" dirty="0"/>
          </a:p>
        </p:txBody>
      </p:sp>
    </p:spTree>
    <p:extLst>
      <p:ext uri="{BB962C8B-B14F-4D97-AF65-F5344CB8AC3E}">
        <p14:creationId xmlns:p14="http://schemas.microsoft.com/office/powerpoint/2010/main" val="2829512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16</a:t>
            </a:fld>
            <a:endParaRPr lang="en-US" dirty="0"/>
          </a:p>
        </p:txBody>
      </p:sp>
    </p:spTree>
    <p:extLst>
      <p:ext uri="{BB962C8B-B14F-4D97-AF65-F5344CB8AC3E}">
        <p14:creationId xmlns:p14="http://schemas.microsoft.com/office/powerpoint/2010/main" val="22007079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17</a:t>
            </a:fld>
            <a:endParaRPr lang="en-US" dirty="0"/>
          </a:p>
        </p:txBody>
      </p:sp>
    </p:spTree>
    <p:extLst>
      <p:ext uri="{BB962C8B-B14F-4D97-AF65-F5344CB8AC3E}">
        <p14:creationId xmlns:p14="http://schemas.microsoft.com/office/powerpoint/2010/main" val="1731738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18</a:t>
            </a:fld>
            <a:endParaRPr lang="en-US" dirty="0"/>
          </a:p>
        </p:txBody>
      </p:sp>
    </p:spTree>
    <p:extLst>
      <p:ext uri="{BB962C8B-B14F-4D97-AF65-F5344CB8AC3E}">
        <p14:creationId xmlns:p14="http://schemas.microsoft.com/office/powerpoint/2010/main" val="1227495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19</a:t>
            </a:fld>
            <a:endParaRPr lang="en-US" dirty="0"/>
          </a:p>
        </p:txBody>
      </p:sp>
    </p:spTree>
    <p:extLst>
      <p:ext uri="{BB962C8B-B14F-4D97-AF65-F5344CB8AC3E}">
        <p14:creationId xmlns:p14="http://schemas.microsoft.com/office/powerpoint/2010/main" val="1606625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20</a:t>
            </a:fld>
            <a:endParaRPr lang="en-US" dirty="0"/>
          </a:p>
        </p:txBody>
      </p:sp>
    </p:spTree>
    <p:extLst>
      <p:ext uri="{BB962C8B-B14F-4D97-AF65-F5344CB8AC3E}">
        <p14:creationId xmlns:p14="http://schemas.microsoft.com/office/powerpoint/2010/main" val="1352825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21</a:t>
            </a:fld>
            <a:endParaRPr lang="en-US" dirty="0"/>
          </a:p>
        </p:txBody>
      </p:sp>
    </p:spTree>
    <p:extLst>
      <p:ext uri="{BB962C8B-B14F-4D97-AF65-F5344CB8AC3E}">
        <p14:creationId xmlns:p14="http://schemas.microsoft.com/office/powerpoint/2010/main" val="23698530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22</a:t>
            </a:fld>
            <a:endParaRPr lang="en-US" dirty="0"/>
          </a:p>
        </p:txBody>
      </p:sp>
    </p:spTree>
    <p:extLst>
      <p:ext uri="{BB962C8B-B14F-4D97-AF65-F5344CB8AC3E}">
        <p14:creationId xmlns:p14="http://schemas.microsoft.com/office/powerpoint/2010/main" val="2156764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23</a:t>
            </a:fld>
            <a:endParaRPr lang="en-US" dirty="0"/>
          </a:p>
        </p:txBody>
      </p:sp>
    </p:spTree>
    <p:extLst>
      <p:ext uri="{BB962C8B-B14F-4D97-AF65-F5344CB8AC3E}">
        <p14:creationId xmlns:p14="http://schemas.microsoft.com/office/powerpoint/2010/main" val="4134236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24</a:t>
            </a:fld>
            <a:endParaRPr lang="en-US" dirty="0"/>
          </a:p>
        </p:txBody>
      </p:sp>
    </p:spTree>
    <p:extLst>
      <p:ext uri="{BB962C8B-B14F-4D97-AF65-F5344CB8AC3E}">
        <p14:creationId xmlns:p14="http://schemas.microsoft.com/office/powerpoint/2010/main" val="28722929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25</a:t>
            </a:fld>
            <a:endParaRPr lang="en-US" dirty="0"/>
          </a:p>
        </p:txBody>
      </p:sp>
    </p:spTree>
    <p:extLst>
      <p:ext uri="{BB962C8B-B14F-4D97-AF65-F5344CB8AC3E}">
        <p14:creationId xmlns:p14="http://schemas.microsoft.com/office/powerpoint/2010/main" val="36130304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trike="noStrike" dirty="0"/>
                  <a:t>Prior sensitivity</a:t>
                </a:r>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26</a:t>
            </a:fld>
            <a:endParaRPr lang="en-US" dirty="0"/>
          </a:p>
        </p:txBody>
      </p:sp>
    </p:spTree>
    <p:extLst>
      <p:ext uri="{BB962C8B-B14F-4D97-AF65-F5344CB8AC3E}">
        <p14:creationId xmlns:p14="http://schemas.microsoft.com/office/powerpoint/2010/main" val="668862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27</a:t>
            </a:fld>
            <a:endParaRPr lang="en-US" dirty="0"/>
          </a:p>
        </p:txBody>
      </p:sp>
    </p:spTree>
    <p:extLst>
      <p:ext uri="{BB962C8B-B14F-4D97-AF65-F5344CB8AC3E}">
        <p14:creationId xmlns:p14="http://schemas.microsoft.com/office/powerpoint/2010/main" val="28661920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28</a:t>
            </a:fld>
            <a:endParaRPr lang="en-US" dirty="0"/>
          </a:p>
        </p:txBody>
      </p:sp>
    </p:spTree>
    <p:extLst>
      <p:ext uri="{BB962C8B-B14F-4D97-AF65-F5344CB8AC3E}">
        <p14:creationId xmlns:p14="http://schemas.microsoft.com/office/powerpoint/2010/main" val="22852525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29</a:t>
            </a:fld>
            <a:endParaRPr lang="en-US" dirty="0"/>
          </a:p>
        </p:txBody>
      </p:sp>
    </p:spTree>
    <p:extLst>
      <p:ext uri="{BB962C8B-B14F-4D97-AF65-F5344CB8AC3E}">
        <p14:creationId xmlns:p14="http://schemas.microsoft.com/office/powerpoint/2010/main" val="29487578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30</a:t>
            </a:fld>
            <a:endParaRPr lang="en-US" dirty="0"/>
          </a:p>
        </p:txBody>
      </p:sp>
    </p:spTree>
    <p:extLst>
      <p:ext uri="{BB962C8B-B14F-4D97-AF65-F5344CB8AC3E}">
        <p14:creationId xmlns:p14="http://schemas.microsoft.com/office/powerpoint/2010/main" val="3373179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31</a:t>
            </a:fld>
            <a:endParaRPr lang="en-US" dirty="0"/>
          </a:p>
        </p:txBody>
      </p:sp>
    </p:spTree>
    <p:extLst>
      <p:ext uri="{BB962C8B-B14F-4D97-AF65-F5344CB8AC3E}">
        <p14:creationId xmlns:p14="http://schemas.microsoft.com/office/powerpoint/2010/main" val="2891053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32</a:t>
            </a:fld>
            <a:endParaRPr lang="en-US" dirty="0"/>
          </a:p>
        </p:txBody>
      </p:sp>
    </p:spTree>
    <p:extLst>
      <p:ext uri="{BB962C8B-B14F-4D97-AF65-F5344CB8AC3E}">
        <p14:creationId xmlns:p14="http://schemas.microsoft.com/office/powerpoint/2010/main" val="31473177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trike="noStrike" dirty="0"/>
              </a:p>
            </p:txBody>
          </p:sp>
        </mc:Choice>
        <mc:Fallback xmlns="">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To that end, we calibrated our datasets to look like data from a specific real-world evaluation, the evaluation of the “Comprehensive Primary Care Plus” initiative. As motivation for the rest of the talk, I’ll very quickly describe the initiative.</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Goal: The big-picture goal of the intervention was to improve primary care delivery in the U.S. by putting extra money in the pockets of primary care practices.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Mechanism: For example, you can imagine that if your primary care practice had a bit of extra money, they might stay open a bit later, so you might have an easier time getting an appointment after work to see your PCP, which might make you more likely to take the right blood pressure medicine, which could decrease your risk of stroke, which could save a huge amount of money compared to the few hundred dollars it took to keep the primary care practice open late. Win </a:t>
                </a:r>
                <a:r>
                  <a:rPr lang="en-US" sz="1100" dirty="0" err="1">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win</a:t>
                </a: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  </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RQ: Big-picture, the evaluation asked: if we invest a bit extra in routine primary care, will that prevent costly hospitalizations, and ultimately help stem the tide of exploding healthcare costs in the U.S.?</a:t>
                </a:r>
              </a:p>
              <a:p>
                <a:pPr marL="742950" marR="0" lvl="1" indent="-285750">
                  <a:spcBef>
                    <a:spcPts val="0"/>
                  </a:spcBef>
                  <a:spcAft>
                    <a:spcPts val="0"/>
                  </a:spcAft>
                  <a:buFont typeface="Courier New" panose="02070309020205020404" pitchFamily="49" charset="0"/>
                  <a:buChar char="o"/>
                </a:pPr>
                <a:r>
                  <a:rPr lang="en-US" sz="1100" dirty="0">
                    <a:solidFill>
                      <a:srgbClr val="0D2A49"/>
                    </a:solidFill>
                    <a:effectLst/>
                    <a:latin typeface="Calibri" panose="020F0502020204030204" pitchFamily="34" charset="0"/>
                    <a:ea typeface="Calibri" panose="020F0502020204030204" pitchFamily="34" charset="0"/>
                    <a:cs typeface="Times New Roman" panose="02020603050405020304" pitchFamily="18" charset="0"/>
                  </a:rPr>
                  <a:t>Approach: Our job at Mathematica was to estimate the impact of the intervention on healthcare costs. Did treated primary care practices (receiving this extra bit of money) have lower expenditures than control primary care practices (not receiving any extra money)? i.e. Did the investment pay off?</a:t>
                </a:r>
              </a:p>
              <a:p>
                <a:pPr marL="342900" marR="0" lvl="0" indent="-342900">
                  <a:spcBef>
                    <a:spcPts val="0"/>
                  </a:spcBef>
                  <a:spcAft>
                    <a:spcPts val="0"/>
                  </a:spcAft>
                  <a:buFont typeface="Symbol" panose="05050102010706020507" pitchFamily="18"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I say that we calibrated our datasets to look like data from this evaluation, there were a handful of real-world challenges that we purposefully baked into the datasets:</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The first-order threat to our evaluation was that primary care practices got to </a:t>
                </a:r>
                <a:r>
                  <a:rPr lang="en-US" sz="1100" i="1" dirty="0">
                    <a:effectLst/>
                    <a:latin typeface="Calibri" panose="020F0502020204030204" pitchFamily="34" charset="0"/>
                    <a:ea typeface="Calibri" panose="020F0502020204030204" pitchFamily="34" charset="0"/>
                    <a:cs typeface="Times New Roman" panose="02020603050405020304" pitchFamily="18" charset="0"/>
                  </a:rPr>
                  <a:t>choose</a:t>
                </a:r>
                <a:r>
                  <a:rPr lang="en-US" sz="1100" dirty="0">
                    <a:effectLst/>
                    <a:latin typeface="Calibri" panose="020F0502020204030204" pitchFamily="34" charset="0"/>
                    <a:ea typeface="Calibri" panose="020F0502020204030204" pitchFamily="34" charset="0"/>
                    <a:cs typeface="Times New Roman" panose="02020603050405020304" pitchFamily="18" charset="0"/>
                  </a:rPr>
                  <a:t> whether to participate in the Comprehensive Primary Care Plus initiative. We lost sleep over the threat of confounding bias. So we tested how successful methods were in addressing this threat.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In the competition, we made all confounders observable, so it was at least theoretically possible to fully eliminate confounding bias using the observed data</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Policymakers always want to know where and for whom an intervention is working, not just whether it’s working on average, so we tested how different methods could pick up impact heterogeneity without chasing noise.</a:t>
                </a:r>
              </a:p>
              <a:p>
                <a:pPr marL="742950" marR="0" lvl="1" indent="-285750">
                  <a:spcBef>
                    <a:spcPts val="0"/>
                  </a:spcBef>
                  <a:spcAft>
                    <a:spcPts val="0"/>
                  </a:spcAft>
                  <a:buFont typeface="Courier New" panose="02070309020205020404" pitchFamily="49" charset="0"/>
                  <a:buChar char="o"/>
                </a:pPr>
                <a:r>
                  <a:rPr lang="en-US" sz="1100" dirty="0">
                    <a:effectLst/>
                    <a:latin typeface="Calibri" panose="020F0502020204030204" pitchFamily="34" charset="0"/>
                    <a:ea typeface="Calibri" panose="020F0502020204030204" pitchFamily="34" charset="0"/>
                    <a:cs typeface="Times New Roman" panose="02020603050405020304" pitchFamily="18" charset="0"/>
                  </a:rPr>
                  <a:t>We generated the datasets in the competition to look like our real dataset structurally:</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observe practices before and after the start of the intervention, and we observe all the patients in those practices</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We never have nice, neat, balanced panels – patients enter our sample as they age into Medicare eligibility, and they leave our sample when they die</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outcome variable is the total amount of Medicare expenditures per patient per month, and it has an extremely skewed distribution (median</a:t>
                </a:r>
                <a:r>
                  <a:rPr lang="en-US" sz="1100" i="0">
                    <a:effectLst/>
                    <a:latin typeface="Cambria Math" panose="02040503050406030204" pitchFamily="18" charset="0"/>
                    <a:ea typeface="Calibri" panose="020F0502020204030204" pitchFamily="34" charset="0"/>
                    <a:cs typeface="Times New Roman" panose="02020603050405020304" pitchFamily="18" charset="0"/>
                  </a:rPr>
                  <a:t>≈</a:t>
                </a:r>
                <a:r>
                  <a:rPr lang="en-US" sz="1100" i="0">
                    <a:effectLst/>
                    <a:latin typeface="Cambria Math" panose="02040503050406030204" pitchFamily="18" charset="0"/>
                    <a:ea typeface="Times New Roman" panose="02020603050405020304" pitchFamily="18" charset="0"/>
                    <a:cs typeface="Times New Roman" panose="02020603050405020304" pitchFamily="18" charset="0"/>
                  </a:rPr>
                  <a:t>$</a:t>
                </a:r>
                <a:r>
                  <a:rPr lang="en-US" sz="1100" dirty="0">
                    <a:effectLst/>
                    <a:latin typeface="Calibri" panose="020F0502020204030204" pitchFamily="34" charset="0"/>
                    <a:ea typeface="Calibri" panose="020F0502020204030204" pitchFamily="34" charset="0"/>
                    <a:cs typeface="Times New Roman" panose="02020603050405020304" pitchFamily="18" charset="0"/>
                  </a:rPr>
                  <a:t>200; max=10s of $</a:t>
                </a:r>
                <a:r>
                  <a:rPr lang="en-US" sz="1100" dirty="0" err="1">
                    <a:effectLst/>
                    <a:latin typeface="Calibri" panose="020F0502020204030204" pitchFamily="34" charset="0"/>
                    <a:ea typeface="Calibri" panose="020F0502020204030204" pitchFamily="34" charset="0"/>
                    <a:cs typeface="Times New Roman" panose="02020603050405020304" pitchFamily="18" charset="0"/>
                  </a:rPr>
                  <a:t>ks</a:t>
                </a:r>
                <a:r>
                  <a:rPr lang="en-US" sz="1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spcBef>
                    <a:spcPts val="0"/>
                  </a:spcBef>
                  <a:spcAft>
                    <a:spcPts val="0"/>
                  </a:spcAft>
                  <a:buFont typeface="Wingdings" panose="05000000000000000000" pitchFamily="2" charset="2"/>
                  <a:buChar char=""/>
                </a:pPr>
                <a:r>
                  <a:rPr lang="en-US" sz="1100" dirty="0">
                    <a:effectLst/>
                    <a:latin typeface="Calibri" panose="020F0502020204030204" pitchFamily="34" charset="0"/>
                    <a:ea typeface="Calibri" panose="020F0502020204030204" pitchFamily="34" charset="0"/>
                    <a:cs typeface="Times New Roman" panose="02020603050405020304" pitchFamily="18" charset="0"/>
                  </a:rPr>
                  <a:t>Our dataset has millions of patients, which makes computation a bear, but we often wonder if the juice is worth the squeeze. Since it’s primary care practices not individual patients deciding whether to join the intervention, and since policymakers want to know which practices are benefiting, not which individual patients are benefiting, we </a:t>
                </a:r>
                <a:r>
                  <a:rPr lang="en-US" sz="1100">
                    <a:effectLst/>
                    <a:latin typeface="Calibri" panose="020F0502020204030204" pitchFamily="34" charset="0"/>
                    <a:ea typeface="Calibri" panose="020F0502020204030204" pitchFamily="34" charset="0"/>
                    <a:cs typeface="Times New Roman" panose="02020603050405020304" pitchFamily="18" charset="0"/>
                  </a:rPr>
                  <a:t>often wonder </a:t>
                </a:r>
                <a:r>
                  <a:rPr lang="en-US" sz="1100" dirty="0">
                    <a:effectLst/>
                    <a:latin typeface="Calibri" panose="020F0502020204030204" pitchFamily="34" charset="0"/>
                    <a:ea typeface="Calibri" panose="020F0502020204030204" pitchFamily="34" charset="0"/>
                    <a:cs typeface="Times New Roman" panose="02020603050405020304" pitchFamily="18" charset="0"/>
                  </a:rPr>
                  <a:t>if we couldn’t get away rolling the huge patient-level datasets up and running much more computationally tractable practice-level analyses, with sample sizes of just a few hundred practices.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7A55B9C1-75D6-4B7F-AF0F-ABF732B21182}" type="slidenum">
              <a:rPr lang="en-US" smtClean="0"/>
              <a:t>33</a:t>
            </a:fld>
            <a:endParaRPr lang="en-US" dirty="0"/>
          </a:p>
        </p:txBody>
      </p:sp>
    </p:spTree>
    <p:extLst>
      <p:ext uri="{BB962C8B-B14F-4D97-AF65-F5344CB8AC3E}">
        <p14:creationId xmlns:p14="http://schemas.microsoft.com/office/powerpoint/2010/main" val="16853322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1a_Cover No Phot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81572" y="1828800"/>
            <a:ext cx="6855223"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81574" y="3657598"/>
            <a:ext cx="6855222" cy="758954"/>
          </a:xfrm>
        </p:spPr>
        <p:txBody>
          <a:bodyPr lIns="0" tIns="0" rIns="0" bIns="0">
            <a:norm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7" name="Rectangle 6">
            <a:extLst>
              <a:ext uri="{FF2B5EF4-FFF2-40B4-BE49-F238E27FC236}">
                <a16:creationId xmlns:a16="http://schemas.microsoft.com/office/drawing/2014/main" id="{E32A52A6-D66B-4BC5-9D99-278AABEA09F6}"/>
              </a:ext>
            </a:extLst>
          </p:cNvPr>
          <p:cNvSpPr>
            <a:spLocks/>
          </p:cNvSpPr>
          <p:nvPr userDrawn="1"/>
        </p:nvSpPr>
        <p:spPr>
          <a:xfrm>
            <a:off x="7936795" y="2602795"/>
            <a:ext cx="4255205" cy="4255205"/>
          </a:xfrm>
          <a:custGeom>
            <a:avLst/>
            <a:gdLst>
              <a:gd name="connsiteX0" fmla="*/ 0 w 3803374"/>
              <a:gd name="connsiteY0" fmla="*/ 0 h 3803374"/>
              <a:gd name="connsiteX1" fmla="*/ 3803374 w 3803374"/>
              <a:gd name="connsiteY1" fmla="*/ 0 h 3803374"/>
              <a:gd name="connsiteX2" fmla="*/ 3803374 w 3803374"/>
              <a:gd name="connsiteY2" fmla="*/ 3803374 h 3803374"/>
              <a:gd name="connsiteX3" fmla="*/ 0 w 3803374"/>
              <a:gd name="connsiteY3" fmla="*/ 3803374 h 3803374"/>
              <a:gd name="connsiteX4" fmla="*/ 0 w 3803374"/>
              <a:gd name="connsiteY4" fmla="*/ 0 h 3803374"/>
              <a:gd name="connsiteX0" fmla="*/ 0 w 3803374"/>
              <a:gd name="connsiteY0" fmla="*/ 3803374 h 3803374"/>
              <a:gd name="connsiteX1" fmla="*/ 3803374 w 3803374"/>
              <a:gd name="connsiteY1" fmla="*/ 0 h 3803374"/>
              <a:gd name="connsiteX2" fmla="*/ 3803374 w 3803374"/>
              <a:gd name="connsiteY2" fmla="*/ 3803374 h 3803374"/>
              <a:gd name="connsiteX3" fmla="*/ 0 w 3803374"/>
              <a:gd name="connsiteY3" fmla="*/ 3803374 h 3803374"/>
            </a:gdLst>
            <a:ahLst/>
            <a:cxnLst>
              <a:cxn ang="0">
                <a:pos x="connsiteX0" y="connsiteY0"/>
              </a:cxn>
              <a:cxn ang="0">
                <a:pos x="connsiteX1" y="connsiteY1"/>
              </a:cxn>
              <a:cxn ang="0">
                <a:pos x="connsiteX2" y="connsiteY2"/>
              </a:cxn>
              <a:cxn ang="0">
                <a:pos x="connsiteX3" y="connsiteY3"/>
              </a:cxn>
            </a:cxnLst>
            <a:rect l="l" t="t" r="r" b="b"/>
            <a:pathLst>
              <a:path w="3803374" h="3803374">
                <a:moveTo>
                  <a:pt x="0" y="3803374"/>
                </a:moveTo>
                <a:lnTo>
                  <a:pt x="3803374" y="0"/>
                </a:lnTo>
                <a:lnTo>
                  <a:pt x="3803374" y="3803374"/>
                </a:lnTo>
                <a:lnTo>
                  <a:pt x="0" y="380337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81573" y="4572000"/>
            <a:ext cx="4841761" cy="758952"/>
          </a:xfrm>
        </p:spPr>
        <p:txBody>
          <a:bodyPr lIns="0" tIns="0" rIns="0" bIns="0">
            <a:norm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6240234" y="541448"/>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670911" y="541448"/>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81574" y="5486400"/>
            <a:ext cx="4841760" cy="640080"/>
          </a:xfrm>
        </p:spPr>
        <p:txBody>
          <a:bodyPr lIns="0" tIns="0" rIns="0" bIns="0">
            <a:norm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4" name="Rectangle 16">
            <a:extLst>
              <a:ext uri="{FF2B5EF4-FFF2-40B4-BE49-F238E27FC236}">
                <a16:creationId xmlns:a16="http://schemas.microsoft.com/office/drawing/2014/main" id="{BD530D61-45F9-4CD5-8261-D7F73A8BBCB3}"/>
              </a:ext>
            </a:extLst>
          </p:cNvPr>
          <p:cNvSpPr/>
          <p:nvPr userDrawn="1"/>
        </p:nvSpPr>
        <p:spPr>
          <a:xfrm rot="10800000">
            <a:off x="0" y="-152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2" name="Picture 8">
            <a:extLst>
              <a:ext uri="{FF2B5EF4-FFF2-40B4-BE49-F238E27FC236}">
                <a16:creationId xmlns:a16="http://schemas.microsoft.com/office/drawing/2014/main" id="{73178B1A-FD5A-4635-BAB7-509A387BF5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714315" y="-869234"/>
            <a:ext cx="4477685" cy="3460033"/>
          </a:xfrm>
          <a:prstGeom prst="rect">
            <a:avLst/>
          </a:prstGeom>
        </p:spPr>
      </p:pic>
    </p:spTree>
    <p:extLst>
      <p:ext uri="{BB962C8B-B14F-4D97-AF65-F5344CB8AC3E}">
        <p14:creationId xmlns:p14="http://schemas.microsoft.com/office/powerpoint/2010/main" val="113545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b_Cover with Photo Diagonal">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54671" y="1828800"/>
            <a:ext cx="5041328"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54671" y="3657600"/>
            <a:ext cx="3974527" cy="777240"/>
          </a:xfrm>
        </p:spPr>
        <p:txBody>
          <a:bodyPr lIns="0" tIns="0" rIns="0" bIns="0">
            <a:norm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54671" y="4464988"/>
            <a:ext cx="3060127" cy="758952"/>
          </a:xfrm>
        </p:spPr>
        <p:txBody>
          <a:bodyPr lIns="0" tIns="0" rIns="0" bIns="0">
            <a:norm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576209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29180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54671" y="5486399"/>
            <a:ext cx="2237167" cy="640080"/>
          </a:xfrm>
        </p:spPr>
        <p:txBody>
          <a:bodyPr lIns="0" tIns="0" rIns="0" bIns="0">
            <a:norm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4" name="Picture Placeholder 4" descr="Five people in an office setting discuss data graphics displayed on a large screen.">
            <a:extLst>
              <a:ext uri="{FF2B5EF4-FFF2-40B4-BE49-F238E27FC236}">
                <a16:creationId xmlns:a16="http://schemas.microsoft.com/office/drawing/2014/main" id="{C57D06CD-717E-4E28-AA51-F7E0266AE6BC}"/>
              </a:ext>
            </a:extLst>
          </p:cNvPr>
          <p:cNvSpPr>
            <a:spLocks noGrp="1"/>
          </p:cNvSpPr>
          <p:nvPr>
            <p:ph type="pic" sz="quarter" idx="16" hasCustomPrompt="1"/>
          </p:nvPr>
        </p:nvSpPr>
        <p:spPr>
          <a:xfrm>
            <a:off x="3097212" y="-26894"/>
            <a:ext cx="9096374" cy="6884894"/>
          </a:xfrm>
          <a:custGeom>
            <a:avLst/>
            <a:gdLst>
              <a:gd name="connsiteX0" fmla="*/ 0 w 9042313"/>
              <a:gd name="connsiteY0" fmla="*/ 0 h 6858000"/>
              <a:gd name="connsiteX1" fmla="*/ 9042313 w 9042313"/>
              <a:gd name="connsiteY1" fmla="*/ 0 h 6858000"/>
              <a:gd name="connsiteX2" fmla="*/ 9042313 w 9042313"/>
              <a:gd name="connsiteY2" fmla="*/ 6858000 h 6858000"/>
              <a:gd name="connsiteX3" fmla="*/ 0 w 9042313"/>
              <a:gd name="connsiteY3" fmla="*/ 6858000 h 6858000"/>
              <a:gd name="connsiteX4" fmla="*/ 0 w 9042313"/>
              <a:gd name="connsiteY4" fmla="*/ 0 h 6858000"/>
              <a:gd name="connsiteX0" fmla="*/ 0 w 9042313"/>
              <a:gd name="connsiteY0" fmla="*/ 8965 h 6866965"/>
              <a:gd name="connsiteX1" fmla="*/ 3717278 w 9042313"/>
              <a:gd name="connsiteY1" fmla="*/ 0 h 6866965"/>
              <a:gd name="connsiteX2" fmla="*/ 9042313 w 9042313"/>
              <a:gd name="connsiteY2" fmla="*/ 8965 h 6866965"/>
              <a:gd name="connsiteX3" fmla="*/ 9042313 w 9042313"/>
              <a:gd name="connsiteY3" fmla="*/ 6866965 h 6866965"/>
              <a:gd name="connsiteX4" fmla="*/ 0 w 9042313"/>
              <a:gd name="connsiteY4" fmla="*/ 6866965 h 6866965"/>
              <a:gd name="connsiteX5" fmla="*/ 0 w 9042313"/>
              <a:gd name="connsiteY5" fmla="*/ 8965 h 6866965"/>
              <a:gd name="connsiteX0" fmla="*/ 0 w 9042313"/>
              <a:gd name="connsiteY0" fmla="*/ 1 h 6858001"/>
              <a:gd name="connsiteX1" fmla="*/ 7096972 w 9042313"/>
              <a:gd name="connsiteY1" fmla="*/ 0 h 6858001"/>
              <a:gd name="connsiteX2" fmla="*/ 9042313 w 9042313"/>
              <a:gd name="connsiteY2" fmla="*/ 1 h 6858001"/>
              <a:gd name="connsiteX3" fmla="*/ 9042313 w 9042313"/>
              <a:gd name="connsiteY3" fmla="*/ 6858001 h 6858001"/>
              <a:gd name="connsiteX4" fmla="*/ 0 w 9042313"/>
              <a:gd name="connsiteY4" fmla="*/ 6858001 h 6858001"/>
              <a:gd name="connsiteX5" fmla="*/ 0 w 9042313"/>
              <a:gd name="connsiteY5" fmla="*/ 1 h 6858001"/>
              <a:gd name="connsiteX0" fmla="*/ 1775012 w 9042313"/>
              <a:gd name="connsiteY0" fmla="*/ 5100918 h 6858001"/>
              <a:gd name="connsiteX1" fmla="*/ 7096972 w 9042313"/>
              <a:gd name="connsiteY1" fmla="*/ 0 h 6858001"/>
              <a:gd name="connsiteX2" fmla="*/ 9042313 w 9042313"/>
              <a:gd name="connsiteY2" fmla="*/ 1 h 6858001"/>
              <a:gd name="connsiteX3" fmla="*/ 9042313 w 9042313"/>
              <a:gd name="connsiteY3" fmla="*/ 6858001 h 6858001"/>
              <a:gd name="connsiteX4" fmla="*/ 0 w 9042313"/>
              <a:gd name="connsiteY4" fmla="*/ 6858001 h 6858001"/>
              <a:gd name="connsiteX5" fmla="*/ 1775012 w 9042313"/>
              <a:gd name="connsiteY5" fmla="*/ 5100918 h 6858001"/>
              <a:gd name="connsiteX0" fmla="*/ 1775012 w 9042313"/>
              <a:gd name="connsiteY0" fmla="*/ 5118847 h 6875930"/>
              <a:gd name="connsiteX1" fmla="*/ 7114902 w 9042313"/>
              <a:gd name="connsiteY1" fmla="*/ 0 h 6875930"/>
              <a:gd name="connsiteX2" fmla="*/ 9042313 w 9042313"/>
              <a:gd name="connsiteY2" fmla="*/ 17930 h 6875930"/>
              <a:gd name="connsiteX3" fmla="*/ 9042313 w 9042313"/>
              <a:gd name="connsiteY3" fmla="*/ 6875930 h 6875930"/>
              <a:gd name="connsiteX4" fmla="*/ 0 w 9042313"/>
              <a:gd name="connsiteY4" fmla="*/ 6875930 h 6875930"/>
              <a:gd name="connsiteX5" fmla="*/ 1775012 w 9042313"/>
              <a:gd name="connsiteY5" fmla="*/ 5118847 h 6875930"/>
              <a:gd name="connsiteX0" fmla="*/ 1775012 w 9042313"/>
              <a:gd name="connsiteY0" fmla="*/ 5118847 h 6875930"/>
              <a:gd name="connsiteX1" fmla="*/ 7114902 w 9042313"/>
              <a:gd name="connsiteY1" fmla="*/ 0 h 6875930"/>
              <a:gd name="connsiteX2" fmla="*/ 9042313 w 9042313"/>
              <a:gd name="connsiteY2" fmla="*/ 17930 h 6875930"/>
              <a:gd name="connsiteX3" fmla="*/ 9042313 w 9042313"/>
              <a:gd name="connsiteY3" fmla="*/ 6866965 h 6875930"/>
              <a:gd name="connsiteX4" fmla="*/ 0 w 9042313"/>
              <a:gd name="connsiteY4" fmla="*/ 6875930 h 6875930"/>
              <a:gd name="connsiteX5" fmla="*/ 1775012 w 9042313"/>
              <a:gd name="connsiteY5" fmla="*/ 5118847 h 6875930"/>
              <a:gd name="connsiteX0" fmla="*/ 0 w 9042313"/>
              <a:gd name="connsiteY0" fmla="*/ 6875930 h 6875930"/>
              <a:gd name="connsiteX1" fmla="*/ 7114902 w 9042313"/>
              <a:gd name="connsiteY1" fmla="*/ 0 h 6875930"/>
              <a:gd name="connsiteX2" fmla="*/ 9042313 w 9042313"/>
              <a:gd name="connsiteY2" fmla="*/ 17930 h 6875930"/>
              <a:gd name="connsiteX3" fmla="*/ 9042313 w 9042313"/>
              <a:gd name="connsiteY3" fmla="*/ 6866965 h 6875930"/>
              <a:gd name="connsiteX4" fmla="*/ 0 w 9042313"/>
              <a:gd name="connsiteY4" fmla="*/ 6875930 h 6875930"/>
              <a:gd name="connsiteX0" fmla="*/ 0 w 9042313"/>
              <a:gd name="connsiteY0" fmla="*/ 6875930 h 6884894"/>
              <a:gd name="connsiteX1" fmla="*/ 7114902 w 9042313"/>
              <a:gd name="connsiteY1" fmla="*/ 0 h 6884894"/>
              <a:gd name="connsiteX2" fmla="*/ 9042313 w 9042313"/>
              <a:gd name="connsiteY2" fmla="*/ 17930 h 6884894"/>
              <a:gd name="connsiteX3" fmla="*/ 6971466 w 9042313"/>
              <a:gd name="connsiteY3" fmla="*/ 6884894 h 6884894"/>
              <a:gd name="connsiteX4" fmla="*/ 0 w 9042313"/>
              <a:gd name="connsiteY4" fmla="*/ 6875930 h 6884894"/>
              <a:gd name="connsiteX0" fmla="*/ 0 w 9042313"/>
              <a:gd name="connsiteY0" fmla="*/ 6875930 h 6884894"/>
              <a:gd name="connsiteX1" fmla="*/ 7114902 w 9042313"/>
              <a:gd name="connsiteY1" fmla="*/ 0 h 6884894"/>
              <a:gd name="connsiteX2" fmla="*/ 9042313 w 9042313"/>
              <a:gd name="connsiteY2" fmla="*/ 17930 h 6884894"/>
              <a:gd name="connsiteX3" fmla="*/ 7697607 w 9042313"/>
              <a:gd name="connsiteY3" fmla="*/ 4509248 h 6884894"/>
              <a:gd name="connsiteX4" fmla="*/ 6971466 w 9042313"/>
              <a:gd name="connsiteY4" fmla="*/ 6884894 h 6884894"/>
              <a:gd name="connsiteX5" fmla="*/ 0 w 9042313"/>
              <a:gd name="connsiteY5" fmla="*/ 6875930 h 6884894"/>
              <a:gd name="connsiteX0" fmla="*/ 0 w 9042313"/>
              <a:gd name="connsiteY0" fmla="*/ 6875930 h 6884894"/>
              <a:gd name="connsiteX1" fmla="*/ 7114902 w 9042313"/>
              <a:gd name="connsiteY1" fmla="*/ 0 h 6884894"/>
              <a:gd name="connsiteX2" fmla="*/ 9042313 w 9042313"/>
              <a:gd name="connsiteY2" fmla="*/ 17930 h 6884894"/>
              <a:gd name="connsiteX3" fmla="*/ 9024383 w 9042313"/>
              <a:gd name="connsiteY3" fmla="*/ 4831978 h 6884894"/>
              <a:gd name="connsiteX4" fmla="*/ 6971466 w 9042313"/>
              <a:gd name="connsiteY4" fmla="*/ 6884894 h 6884894"/>
              <a:gd name="connsiteX5" fmla="*/ 0 w 9042313"/>
              <a:gd name="connsiteY5" fmla="*/ 6875930 h 6884894"/>
              <a:gd name="connsiteX0" fmla="*/ 0 w 9024626"/>
              <a:gd name="connsiteY0" fmla="*/ 6875930 h 6884894"/>
              <a:gd name="connsiteX1" fmla="*/ 7114902 w 9024626"/>
              <a:gd name="connsiteY1" fmla="*/ 0 h 6884894"/>
              <a:gd name="connsiteX2" fmla="*/ 8930250 w 9024626"/>
              <a:gd name="connsiteY2" fmla="*/ 114768 h 6884894"/>
              <a:gd name="connsiteX3" fmla="*/ 9024383 w 9024626"/>
              <a:gd name="connsiteY3" fmla="*/ 4831978 h 6884894"/>
              <a:gd name="connsiteX4" fmla="*/ 6971466 w 9024626"/>
              <a:gd name="connsiteY4" fmla="*/ 6884894 h 6884894"/>
              <a:gd name="connsiteX5" fmla="*/ 0 w 9024626"/>
              <a:gd name="connsiteY5" fmla="*/ 6875930 h 6884894"/>
              <a:gd name="connsiteX0" fmla="*/ 0 w 9043890"/>
              <a:gd name="connsiteY0" fmla="*/ 6875930 h 6884894"/>
              <a:gd name="connsiteX1" fmla="*/ 7114902 w 9043890"/>
              <a:gd name="connsiteY1" fmla="*/ 0 h 6884894"/>
              <a:gd name="connsiteX2" fmla="*/ 9043890 w 9043890"/>
              <a:gd name="connsiteY2" fmla="*/ 17930 h 6884894"/>
              <a:gd name="connsiteX3" fmla="*/ 9024383 w 9043890"/>
              <a:gd name="connsiteY3" fmla="*/ 4831978 h 6884894"/>
              <a:gd name="connsiteX4" fmla="*/ 6971466 w 9043890"/>
              <a:gd name="connsiteY4" fmla="*/ 6884894 h 6884894"/>
              <a:gd name="connsiteX5" fmla="*/ 0 w 9043890"/>
              <a:gd name="connsiteY5" fmla="*/ 6875930 h 6884894"/>
              <a:gd name="connsiteX0" fmla="*/ 0 w 9043890"/>
              <a:gd name="connsiteY0" fmla="*/ 6875930 h 6884894"/>
              <a:gd name="connsiteX1" fmla="*/ 7114902 w 9043890"/>
              <a:gd name="connsiteY1" fmla="*/ 0 h 6884894"/>
              <a:gd name="connsiteX2" fmla="*/ 9043890 w 9043890"/>
              <a:gd name="connsiteY2" fmla="*/ 17930 h 6884894"/>
              <a:gd name="connsiteX3" fmla="*/ 9041744 w 9043890"/>
              <a:gd name="connsiteY3" fmla="*/ 4806578 h 6884894"/>
              <a:gd name="connsiteX4" fmla="*/ 6971466 w 9043890"/>
              <a:gd name="connsiteY4" fmla="*/ 6884894 h 6884894"/>
              <a:gd name="connsiteX5" fmla="*/ 0 w 9043890"/>
              <a:gd name="connsiteY5" fmla="*/ 6875930 h 688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43890" h="6884894">
                <a:moveTo>
                  <a:pt x="0" y="6875930"/>
                </a:moveTo>
                <a:lnTo>
                  <a:pt x="7114902" y="0"/>
                </a:lnTo>
                <a:lnTo>
                  <a:pt x="9043890" y="17930"/>
                </a:lnTo>
                <a:cubicBezTo>
                  <a:pt x="9037913" y="1622613"/>
                  <a:pt x="9047721" y="3201895"/>
                  <a:pt x="9041744" y="4806578"/>
                </a:cubicBezTo>
                <a:lnTo>
                  <a:pt x="6971466" y="6884894"/>
                </a:lnTo>
                <a:lnTo>
                  <a:pt x="0" y="6875930"/>
                </a:lnTo>
                <a:close/>
              </a:path>
            </a:pathLst>
          </a:custGeom>
          <a:blipFill>
            <a:blip r:embed="rId2" cstate="screen">
              <a:extLst>
                <a:ext uri="{28A0092B-C50C-407E-A947-70E740481C1C}">
                  <a14:useLocalDpi xmlns:a14="http://schemas.microsoft.com/office/drawing/2010/main" val="0"/>
                </a:ext>
              </a:extLst>
            </a:blip>
            <a:srcRect/>
            <a:stretch>
              <a:fillRect l="-44" t="44"/>
            </a:stretch>
          </a:blipFill>
        </p:spPr>
        <p:txBody>
          <a:bodyPr anchor="t"/>
          <a:lstStyle>
            <a:lvl1pPr marL="0" indent="0" algn="r">
              <a:buFontTx/>
              <a:buNone/>
              <a:defRPr sz="1800">
                <a:solidFill>
                  <a:srgbClr val="FF0000"/>
                </a:solidFill>
              </a:defRPr>
            </a:lvl1pPr>
          </a:lstStyle>
          <a:p>
            <a:r>
              <a:rPr lang="en-US" dirty="0"/>
              <a:t>Click icon to replace photo, or leave as is</a:t>
            </a:r>
          </a:p>
        </p:txBody>
      </p:sp>
      <p:sp>
        <p:nvSpPr>
          <p:cNvPr id="7" name="Rectangle 6">
            <a:extLst>
              <a:ext uri="{FF2B5EF4-FFF2-40B4-BE49-F238E27FC236}">
                <a16:creationId xmlns:a16="http://schemas.microsoft.com/office/drawing/2014/main" id="{E32A52A6-D66B-4BC5-9D99-278AABEA09F6}"/>
              </a:ext>
            </a:extLst>
          </p:cNvPr>
          <p:cNvSpPr>
            <a:spLocks noChangeAspect="1"/>
          </p:cNvSpPr>
          <p:nvPr userDrawn="1"/>
        </p:nvSpPr>
        <p:spPr>
          <a:xfrm>
            <a:off x="9556786" y="4222786"/>
            <a:ext cx="2635214" cy="2635214"/>
          </a:xfrm>
          <a:custGeom>
            <a:avLst/>
            <a:gdLst>
              <a:gd name="connsiteX0" fmla="*/ 0 w 3803374"/>
              <a:gd name="connsiteY0" fmla="*/ 0 h 3803374"/>
              <a:gd name="connsiteX1" fmla="*/ 3803374 w 3803374"/>
              <a:gd name="connsiteY1" fmla="*/ 0 h 3803374"/>
              <a:gd name="connsiteX2" fmla="*/ 3803374 w 3803374"/>
              <a:gd name="connsiteY2" fmla="*/ 3803374 h 3803374"/>
              <a:gd name="connsiteX3" fmla="*/ 0 w 3803374"/>
              <a:gd name="connsiteY3" fmla="*/ 3803374 h 3803374"/>
              <a:gd name="connsiteX4" fmla="*/ 0 w 3803374"/>
              <a:gd name="connsiteY4" fmla="*/ 0 h 3803374"/>
              <a:gd name="connsiteX0" fmla="*/ 0 w 3803374"/>
              <a:gd name="connsiteY0" fmla="*/ 3803374 h 3803374"/>
              <a:gd name="connsiteX1" fmla="*/ 3803374 w 3803374"/>
              <a:gd name="connsiteY1" fmla="*/ 0 h 3803374"/>
              <a:gd name="connsiteX2" fmla="*/ 3803374 w 3803374"/>
              <a:gd name="connsiteY2" fmla="*/ 3803374 h 3803374"/>
              <a:gd name="connsiteX3" fmla="*/ 0 w 3803374"/>
              <a:gd name="connsiteY3" fmla="*/ 3803374 h 3803374"/>
            </a:gdLst>
            <a:ahLst/>
            <a:cxnLst>
              <a:cxn ang="0">
                <a:pos x="connsiteX0" y="connsiteY0"/>
              </a:cxn>
              <a:cxn ang="0">
                <a:pos x="connsiteX1" y="connsiteY1"/>
              </a:cxn>
              <a:cxn ang="0">
                <a:pos x="connsiteX2" y="connsiteY2"/>
              </a:cxn>
              <a:cxn ang="0">
                <a:pos x="connsiteX3" y="connsiteY3"/>
              </a:cxn>
            </a:cxnLst>
            <a:rect l="l" t="t" r="r" b="b"/>
            <a:pathLst>
              <a:path w="3803374" h="3803374">
                <a:moveTo>
                  <a:pt x="0" y="3803374"/>
                </a:moveTo>
                <a:lnTo>
                  <a:pt x="3803374" y="0"/>
                </a:lnTo>
                <a:lnTo>
                  <a:pt x="3803374" y="3803374"/>
                </a:lnTo>
                <a:lnTo>
                  <a:pt x="0" y="3803374"/>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8">
            <a:extLst>
              <a:ext uri="{FF2B5EF4-FFF2-40B4-BE49-F238E27FC236}">
                <a16:creationId xmlns:a16="http://schemas.microsoft.com/office/drawing/2014/main" id="{C606F6A1-5B7B-49A7-AF41-96FAE58AB58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28650" y="-869234"/>
            <a:ext cx="4477685" cy="3460033"/>
          </a:xfrm>
          <a:prstGeom prst="rect">
            <a:avLst/>
          </a:prstGeom>
        </p:spPr>
      </p:pic>
    </p:spTree>
    <p:extLst>
      <p:ext uri="{BB962C8B-B14F-4D97-AF65-F5344CB8AC3E}">
        <p14:creationId xmlns:p14="http://schemas.microsoft.com/office/powerpoint/2010/main" val="1609215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1c_Cover with Photo Rectangul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4A388E-B06A-4D79-8E16-C48CCA2FED40}"/>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AEF5E-43BE-4982-AF11-23553FB996F4}"/>
              </a:ext>
            </a:extLst>
          </p:cNvPr>
          <p:cNvSpPr>
            <a:spLocks noGrp="1"/>
          </p:cNvSpPr>
          <p:nvPr>
            <p:ph type="ctrTitle" hasCustomPrompt="1"/>
          </p:nvPr>
        </p:nvSpPr>
        <p:spPr>
          <a:xfrm>
            <a:off x="1085130" y="1828800"/>
            <a:ext cx="6454793" cy="1600200"/>
          </a:xfrm>
        </p:spPr>
        <p:txBody>
          <a:bodyPr lIns="0" tIns="0" rIns="0" bIns="0" anchor="b">
            <a:normAutofit/>
          </a:bodyPr>
          <a:lstStyle>
            <a:lvl1pPr algn="l">
              <a:defRPr sz="4800"/>
            </a:lvl1pPr>
          </a:lstStyle>
          <a:p>
            <a:r>
              <a:rPr lang="en-US" dirty="0"/>
              <a:t>Click to Edit Title</a:t>
            </a:r>
          </a:p>
        </p:txBody>
      </p:sp>
      <p:sp>
        <p:nvSpPr>
          <p:cNvPr id="3" name="Subtitle 2">
            <a:extLst>
              <a:ext uri="{FF2B5EF4-FFF2-40B4-BE49-F238E27FC236}">
                <a16:creationId xmlns:a16="http://schemas.microsoft.com/office/drawing/2014/main" id="{41B8EF85-CEDF-41E4-ACAE-55398170CCC7}"/>
              </a:ext>
            </a:extLst>
          </p:cNvPr>
          <p:cNvSpPr>
            <a:spLocks noGrp="1"/>
          </p:cNvSpPr>
          <p:nvPr>
            <p:ph type="subTitle" idx="1" hasCustomPrompt="1"/>
          </p:nvPr>
        </p:nvSpPr>
        <p:spPr>
          <a:xfrm>
            <a:off x="1085130" y="3657600"/>
            <a:ext cx="6454793" cy="777240"/>
          </a:xfrm>
        </p:spPr>
        <p:txBody>
          <a:bodyPr lIns="0" tIns="0" rIns="0" bIns="0">
            <a:noAutofit/>
          </a:bodyPr>
          <a:lstStyle>
            <a:lvl1pPr marL="0" indent="0" algn="l">
              <a:buNone/>
              <a:tabLst>
                <a:tab pos="2627313" algn="l"/>
              </a:tabLst>
              <a:defRPr sz="20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pic>
        <p:nvPicPr>
          <p:cNvPr id="9" name="Picture 8">
            <a:extLst>
              <a:ext uri="{FF2B5EF4-FFF2-40B4-BE49-F238E27FC236}">
                <a16:creationId xmlns:a16="http://schemas.microsoft.com/office/drawing/2014/main" id="{2458B54D-39AF-473E-9B9A-A61CC3E401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38175" y="-916859"/>
            <a:ext cx="4477685" cy="3460033"/>
          </a:xfrm>
          <a:prstGeom prst="rect">
            <a:avLst/>
          </a:prstGeom>
        </p:spPr>
      </p:pic>
      <p:sp>
        <p:nvSpPr>
          <p:cNvPr id="13" name="Content Placeholder 12">
            <a:extLst>
              <a:ext uri="{FF2B5EF4-FFF2-40B4-BE49-F238E27FC236}">
                <a16:creationId xmlns:a16="http://schemas.microsoft.com/office/drawing/2014/main" id="{1EFD9D08-F912-4919-8413-C9BEF3FADAE7}"/>
              </a:ext>
            </a:extLst>
          </p:cNvPr>
          <p:cNvSpPr>
            <a:spLocks noGrp="1"/>
          </p:cNvSpPr>
          <p:nvPr>
            <p:ph sz="quarter" idx="10" hasCustomPrompt="1"/>
          </p:nvPr>
        </p:nvSpPr>
        <p:spPr>
          <a:xfrm>
            <a:off x="1085130" y="4572000"/>
            <a:ext cx="4846320" cy="758952"/>
          </a:xfrm>
        </p:spPr>
        <p:txBody>
          <a:bodyPr lIns="0" tIns="0" rIns="0" bIns="0">
            <a:noAutofit/>
          </a:bodyPr>
          <a:lstStyle>
            <a:lvl1pPr marL="0" indent="0">
              <a:buNone/>
              <a:defRPr sz="18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edit text</a:t>
            </a:r>
          </a:p>
        </p:txBody>
      </p:sp>
      <p:sp>
        <p:nvSpPr>
          <p:cNvPr id="16" name="Picture Placeholder 15">
            <a:extLst>
              <a:ext uri="{FF2B5EF4-FFF2-40B4-BE49-F238E27FC236}">
                <a16:creationId xmlns:a16="http://schemas.microsoft.com/office/drawing/2014/main" id="{B0B3A2AB-FF61-4FD4-926C-5D90CEE1C9A7}"/>
              </a:ext>
            </a:extLst>
          </p:cNvPr>
          <p:cNvSpPr>
            <a:spLocks noGrp="1"/>
          </p:cNvSpPr>
          <p:nvPr>
            <p:ph type="pic" sz="quarter" idx="11"/>
          </p:nvPr>
        </p:nvSpPr>
        <p:spPr>
          <a:xfrm>
            <a:off x="5573963"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B42A78-8FEF-406F-ADD8-D01637FDE6F9}"/>
              </a:ext>
            </a:extLst>
          </p:cNvPr>
          <p:cNvSpPr>
            <a:spLocks noGrp="1"/>
          </p:cNvSpPr>
          <p:nvPr>
            <p:ph type="pic" sz="quarter" idx="12"/>
          </p:nvPr>
        </p:nvSpPr>
        <p:spPr>
          <a:xfrm>
            <a:off x="3291806" y="530225"/>
            <a:ext cx="1965960" cy="685800"/>
          </a:xfrm>
        </p:spPr>
        <p:txBody>
          <a:bodyPr lIns="0" tIns="0" rIns="0" bIns="0" anchor="ctr">
            <a:normAutofit/>
          </a:bodyPr>
          <a:lstStyle>
            <a:lvl1pPr marL="0" indent="0">
              <a:buNone/>
              <a:defRPr sz="1400" b="0">
                <a:solidFill>
                  <a:schemeClr val="bg1"/>
                </a:solidFill>
                <a:latin typeface="+mn-lt"/>
              </a:defRPr>
            </a:lvl1pPr>
          </a:lstStyle>
          <a:p>
            <a:r>
              <a:rPr lang="en-US"/>
              <a:t>Click icon to add picture</a:t>
            </a:r>
            <a:endParaRPr lang="en-US" dirty="0"/>
          </a:p>
        </p:txBody>
      </p:sp>
      <p:sp>
        <p:nvSpPr>
          <p:cNvPr id="19" name="Content Placeholder 12">
            <a:extLst>
              <a:ext uri="{FF2B5EF4-FFF2-40B4-BE49-F238E27FC236}">
                <a16:creationId xmlns:a16="http://schemas.microsoft.com/office/drawing/2014/main" id="{21CBA2AD-5408-4390-AA0E-2745616C0181}"/>
              </a:ext>
            </a:extLst>
          </p:cNvPr>
          <p:cNvSpPr>
            <a:spLocks noGrp="1"/>
          </p:cNvSpPr>
          <p:nvPr>
            <p:ph sz="quarter" idx="13" hasCustomPrompt="1"/>
          </p:nvPr>
        </p:nvSpPr>
        <p:spPr>
          <a:xfrm>
            <a:off x="1085130" y="5486400"/>
            <a:ext cx="4846320" cy="640080"/>
          </a:xfrm>
        </p:spPr>
        <p:txBody>
          <a:bodyPr lIns="0" tIns="0" rIns="0" bIns="0">
            <a:noAutofit/>
          </a:bodyPr>
          <a:lstStyle>
            <a:lvl1pPr marL="0" indent="0">
              <a:buNone/>
              <a:defRPr sz="1600" b="0">
                <a:solidFill>
                  <a:schemeClr val="accent1"/>
                </a:solidFill>
                <a:latin typeface="+mj-lt"/>
              </a:defRPr>
            </a:lvl1pPr>
            <a:lvl2pPr marL="457200" indent="0">
              <a:buNone/>
              <a:defRPr sz="1600" b="0">
                <a:solidFill>
                  <a:schemeClr val="accent1"/>
                </a:solidFill>
                <a:latin typeface="+mj-lt"/>
              </a:defRPr>
            </a:lvl2pPr>
            <a:lvl3pPr marL="914400" indent="0">
              <a:buNone/>
              <a:defRPr sz="1600" b="0">
                <a:solidFill>
                  <a:schemeClr val="accent1"/>
                </a:solidFill>
                <a:latin typeface="+mj-lt"/>
              </a:defRPr>
            </a:lvl3pPr>
            <a:lvl4pPr marL="1371600" indent="0">
              <a:buNone/>
              <a:defRPr sz="1600" b="0">
                <a:solidFill>
                  <a:schemeClr val="accent1"/>
                </a:solidFill>
                <a:latin typeface="+mj-lt"/>
              </a:defRPr>
            </a:lvl4pPr>
            <a:lvl5pPr marL="1828800" indent="0">
              <a:buNone/>
              <a:defRPr sz="1600" b="0">
                <a:solidFill>
                  <a:schemeClr val="accent1"/>
                </a:solidFill>
                <a:latin typeface="+mj-lt"/>
              </a:defRPr>
            </a:lvl5pPr>
          </a:lstStyle>
          <a:p>
            <a:pPr lvl="0"/>
            <a:r>
              <a:rPr lang="en-US" dirty="0"/>
              <a:t>Click to </a:t>
            </a:r>
            <a:r>
              <a:rPr lang="en-US"/>
              <a:t>edit text </a:t>
            </a:r>
            <a:endParaRPr lang="en-US" dirty="0"/>
          </a:p>
        </p:txBody>
      </p:sp>
      <p:sp>
        <p:nvSpPr>
          <p:cNvPr id="15" name="Picture Placeholder 3" descr="Three people engage in an informal conversation.">
            <a:extLst>
              <a:ext uri="{FF2B5EF4-FFF2-40B4-BE49-F238E27FC236}">
                <a16:creationId xmlns:a16="http://schemas.microsoft.com/office/drawing/2014/main" id="{5D696EB1-C520-41EF-85E1-D33FE8A4F12F}"/>
              </a:ext>
            </a:extLst>
          </p:cNvPr>
          <p:cNvSpPr>
            <a:spLocks noGrp="1"/>
          </p:cNvSpPr>
          <p:nvPr>
            <p:ph type="pic" sz="quarter" idx="16"/>
          </p:nvPr>
        </p:nvSpPr>
        <p:spPr>
          <a:xfrm>
            <a:off x="7949431" y="-2872"/>
            <a:ext cx="4252999" cy="6865212"/>
          </a:xfrm>
          <a:custGeom>
            <a:avLst/>
            <a:gdLst>
              <a:gd name="connsiteX0" fmla="*/ 0 w 4335432"/>
              <a:gd name="connsiteY0" fmla="*/ 0 h 6864993"/>
              <a:gd name="connsiteX1" fmla="*/ 4335432 w 4335432"/>
              <a:gd name="connsiteY1" fmla="*/ 0 h 6864993"/>
              <a:gd name="connsiteX2" fmla="*/ 4335432 w 4335432"/>
              <a:gd name="connsiteY2" fmla="*/ 6864993 h 6864993"/>
              <a:gd name="connsiteX3" fmla="*/ 0 w 4335432"/>
              <a:gd name="connsiteY3" fmla="*/ 6864993 h 6864993"/>
              <a:gd name="connsiteX4" fmla="*/ 0 w 4335432"/>
              <a:gd name="connsiteY4" fmla="*/ 0 h 6864993"/>
              <a:gd name="connsiteX0" fmla="*/ 0 w 4335432"/>
              <a:gd name="connsiteY0" fmla="*/ 0 h 6870078"/>
              <a:gd name="connsiteX1" fmla="*/ 4335432 w 4335432"/>
              <a:gd name="connsiteY1" fmla="*/ 0 h 6870078"/>
              <a:gd name="connsiteX2" fmla="*/ 4335432 w 4335432"/>
              <a:gd name="connsiteY2" fmla="*/ 6864993 h 6870078"/>
              <a:gd name="connsiteX3" fmla="*/ 2168079 w 4335432"/>
              <a:gd name="connsiteY3" fmla="*/ 6870078 h 6870078"/>
              <a:gd name="connsiteX4" fmla="*/ 0 w 4335432"/>
              <a:gd name="connsiteY4" fmla="*/ 6864993 h 6870078"/>
              <a:gd name="connsiteX5" fmla="*/ 0 w 4335432"/>
              <a:gd name="connsiteY5" fmla="*/ 0 h 6870078"/>
              <a:gd name="connsiteX0" fmla="*/ 0 w 4335432"/>
              <a:gd name="connsiteY0" fmla="*/ 0 h 6864993"/>
              <a:gd name="connsiteX1" fmla="*/ 4335432 w 4335432"/>
              <a:gd name="connsiteY1" fmla="*/ 0 h 6864993"/>
              <a:gd name="connsiteX2" fmla="*/ 4335432 w 4335432"/>
              <a:gd name="connsiteY2" fmla="*/ 6864993 h 6864993"/>
              <a:gd name="connsiteX3" fmla="*/ 2171148 w 4335432"/>
              <a:gd name="connsiteY3" fmla="*/ 6692107 h 6864993"/>
              <a:gd name="connsiteX4" fmla="*/ 0 w 4335432"/>
              <a:gd name="connsiteY4" fmla="*/ 6864993 h 6864993"/>
              <a:gd name="connsiteX5" fmla="*/ 0 w 4335432"/>
              <a:gd name="connsiteY5" fmla="*/ 0 h 6864993"/>
              <a:gd name="connsiteX0" fmla="*/ 0 w 4335432"/>
              <a:gd name="connsiteY0" fmla="*/ 0 h 6864993"/>
              <a:gd name="connsiteX1" fmla="*/ 4335432 w 4335432"/>
              <a:gd name="connsiteY1" fmla="*/ 0 h 6864993"/>
              <a:gd name="connsiteX2" fmla="*/ 4335432 w 4335432"/>
              <a:gd name="connsiteY2" fmla="*/ 6864993 h 6864993"/>
              <a:gd name="connsiteX3" fmla="*/ 2376734 w 4335432"/>
              <a:gd name="connsiteY3" fmla="*/ 6863941 h 6864993"/>
              <a:gd name="connsiteX4" fmla="*/ 0 w 4335432"/>
              <a:gd name="connsiteY4" fmla="*/ 6864993 h 6864993"/>
              <a:gd name="connsiteX5" fmla="*/ 0 w 4335432"/>
              <a:gd name="connsiteY5" fmla="*/ 0 h 6864993"/>
              <a:gd name="connsiteX0" fmla="*/ 0 w 4335432"/>
              <a:gd name="connsiteY0" fmla="*/ 0 h 6864993"/>
              <a:gd name="connsiteX1" fmla="*/ 4335432 w 4335432"/>
              <a:gd name="connsiteY1" fmla="*/ 0 h 6864993"/>
              <a:gd name="connsiteX2" fmla="*/ 4335432 w 4335432"/>
              <a:gd name="connsiteY2" fmla="*/ 4980961 h 6864993"/>
              <a:gd name="connsiteX3" fmla="*/ 2376734 w 4335432"/>
              <a:gd name="connsiteY3" fmla="*/ 6863941 h 6864993"/>
              <a:gd name="connsiteX4" fmla="*/ 0 w 4335432"/>
              <a:gd name="connsiteY4" fmla="*/ 6864993 h 6864993"/>
              <a:gd name="connsiteX5" fmla="*/ 0 w 4335432"/>
              <a:gd name="connsiteY5" fmla="*/ 0 h 6864993"/>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4335432 w 4335432"/>
              <a:gd name="connsiteY1" fmla="*/ 0 h 6870078"/>
              <a:gd name="connsiteX2" fmla="*/ 4335432 w 4335432"/>
              <a:gd name="connsiteY2" fmla="*/ 4980961 h 6870078"/>
              <a:gd name="connsiteX3" fmla="*/ 2419692 w 4335432"/>
              <a:gd name="connsiteY3" fmla="*/ 6870078 h 6870078"/>
              <a:gd name="connsiteX4" fmla="*/ 0 w 4335432"/>
              <a:gd name="connsiteY4" fmla="*/ 6864993 h 6870078"/>
              <a:gd name="connsiteX5" fmla="*/ 0 w 4335432"/>
              <a:gd name="connsiteY5" fmla="*/ 0 h 6870078"/>
              <a:gd name="connsiteX0" fmla="*/ 0 w 4335432"/>
              <a:gd name="connsiteY0" fmla="*/ 0 h 6870078"/>
              <a:gd name="connsiteX1" fmla="*/ 1511429 w 4335432"/>
              <a:gd name="connsiteY1" fmla="*/ 5940 h 6870078"/>
              <a:gd name="connsiteX2" fmla="*/ 4335432 w 4335432"/>
              <a:gd name="connsiteY2" fmla="*/ 0 h 6870078"/>
              <a:gd name="connsiteX3" fmla="*/ 4335432 w 4335432"/>
              <a:gd name="connsiteY3" fmla="*/ 4980961 h 6870078"/>
              <a:gd name="connsiteX4" fmla="*/ 2419692 w 4335432"/>
              <a:gd name="connsiteY4" fmla="*/ 6870078 h 6870078"/>
              <a:gd name="connsiteX5" fmla="*/ 0 w 4335432"/>
              <a:gd name="connsiteY5" fmla="*/ 6864993 h 6870078"/>
              <a:gd name="connsiteX6" fmla="*/ 0 w 4335432"/>
              <a:gd name="connsiteY6" fmla="*/ 0 h 6870078"/>
              <a:gd name="connsiteX0" fmla="*/ 0 w 4335432"/>
              <a:gd name="connsiteY0" fmla="*/ 1472859 h 6870078"/>
              <a:gd name="connsiteX1" fmla="*/ 1511429 w 4335432"/>
              <a:gd name="connsiteY1" fmla="*/ 5940 h 6870078"/>
              <a:gd name="connsiteX2" fmla="*/ 4335432 w 4335432"/>
              <a:gd name="connsiteY2" fmla="*/ 0 h 6870078"/>
              <a:gd name="connsiteX3" fmla="*/ 4335432 w 4335432"/>
              <a:gd name="connsiteY3" fmla="*/ 4980961 h 6870078"/>
              <a:gd name="connsiteX4" fmla="*/ 2419692 w 4335432"/>
              <a:gd name="connsiteY4" fmla="*/ 6870078 h 6870078"/>
              <a:gd name="connsiteX5" fmla="*/ 0 w 4335432"/>
              <a:gd name="connsiteY5" fmla="*/ 6864993 h 6870078"/>
              <a:gd name="connsiteX6" fmla="*/ 0 w 4335432"/>
              <a:gd name="connsiteY6" fmla="*/ 1472859 h 6870078"/>
              <a:gd name="connsiteX0" fmla="*/ 0 w 4338500"/>
              <a:gd name="connsiteY0" fmla="*/ 1500475 h 6870078"/>
              <a:gd name="connsiteX1" fmla="*/ 1514497 w 4338500"/>
              <a:gd name="connsiteY1" fmla="*/ 5940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115598 w 4338500"/>
              <a:gd name="connsiteY1" fmla="*/ 9009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05292 w 4338500"/>
              <a:gd name="connsiteY1" fmla="*/ 9009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08361 w 4338500"/>
              <a:gd name="connsiteY1" fmla="*/ 5941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38500"/>
              <a:gd name="connsiteY0" fmla="*/ 1500475 h 6870078"/>
              <a:gd name="connsiteX1" fmla="*/ 1572411 w 4338500"/>
              <a:gd name="connsiteY1" fmla="*/ 9418 h 6870078"/>
              <a:gd name="connsiteX2" fmla="*/ 4338500 w 4338500"/>
              <a:gd name="connsiteY2" fmla="*/ 0 h 6870078"/>
              <a:gd name="connsiteX3" fmla="*/ 4338500 w 4338500"/>
              <a:gd name="connsiteY3" fmla="*/ 4980961 h 6870078"/>
              <a:gd name="connsiteX4" fmla="*/ 2422760 w 4338500"/>
              <a:gd name="connsiteY4" fmla="*/ 6870078 h 6870078"/>
              <a:gd name="connsiteX5" fmla="*/ 3068 w 4338500"/>
              <a:gd name="connsiteY5" fmla="*/ 6864993 h 6870078"/>
              <a:gd name="connsiteX6" fmla="*/ 0 w 4338500"/>
              <a:gd name="connsiteY6" fmla="*/ 1500475 h 6870078"/>
              <a:gd name="connsiteX0" fmla="*/ 0 w 4345617"/>
              <a:gd name="connsiteY0" fmla="*/ 1643024 h 6870078"/>
              <a:gd name="connsiteX1" fmla="*/ 1579528 w 4345617"/>
              <a:gd name="connsiteY1" fmla="*/ 9418 h 6870078"/>
              <a:gd name="connsiteX2" fmla="*/ 4345617 w 4345617"/>
              <a:gd name="connsiteY2" fmla="*/ 0 h 6870078"/>
              <a:gd name="connsiteX3" fmla="*/ 4345617 w 4345617"/>
              <a:gd name="connsiteY3" fmla="*/ 4980961 h 6870078"/>
              <a:gd name="connsiteX4" fmla="*/ 2429877 w 4345617"/>
              <a:gd name="connsiteY4" fmla="*/ 6870078 h 6870078"/>
              <a:gd name="connsiteX5" fmla="*/ 10185 w 4345617"/>
              <a:gd name="connsiteY5" fmla="*/ 6864993 h 6870078"/>
              <a:gd name="connsiteX6" fmla="*/ 0 w 4345617"/>
              <a:gd name="connsiteY6" fmla="*/ 1643024 h 6870078"/>
              <a:gd name="connsiteX0" fmla="*/ 0 w 4342058"/>
              <a:gd name="connsiteY0" fmla="*/ 1549150 h 6870078"/>
              <a:gd name="connsiteX1" fmla="*/ 1575969 w 4342058"/>
              <a:gd name="connsiteY1" fmla="*/ 9418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70078"/>
              <a:gd name="connsiteX1" fmla="*/ 1718302 w 4342058"/>
              <a:gd name="connsiteY1" fmla="*/ 12895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70078"/>
              <a:gd name="connsiteX1" fmla="*/ 1586644 w 4342058"/>
              <a:gd name="connsiteY1" fmla="*/ 5942 h 6870078"/>
              <a:gd name="connsiteX2" fmla="*/ 4342058 w 4342058"/>
              <a:gd name="connsiteY2" fmla="*/ 0 h 6870078"/>
              <a:gd name="connsiteX3" fmla="*/ 4342058 w 4342058"/>
              <a:gd name="connsiteY3" fmla="*/ 4980961 h 6870078"/>
              <a:gd name="connsiteX4" fmla="*/ 2426318 w 4342058"/>
              <a:gd name="connsiteY4" fmla="*/ 6870078 h 6870078"/>
              <a:gd name="connsiteX5" fmla="*/ 6626 w 4342058"/>
              <a:gd name="connsiteY5" fmla="*/ 6864993 h 6870078"/>
              <a:gd name="connsiteX6" fmla="*/ 0 w 4342058"/>
              <a:gd name="connsiteY6" fmla="*/ 1549150 h 6870078"/>
              <a:gd name="connsiteX0" fmla="*/ 0 w 4342058"/>
              <a:gd name="connsiteY0" fmla="*/ 1549150 h 6866602"/>
              <a:gd name="connsiteX1" fmla="*/ 1586644 w 4342058"/>
              <a:gd name="connsiteY1" fmla="*/ 5942 h 6866602"/>
              <a:gd name="connsiteX2" fmla="*/ 4342058 w 4342058"/>
              <a:gd name="connsiteY2" fmla="*/ 0 h 6866602"/>
              <a:gd name="connsiteX3" fmla="*/ 4342058 w 4342058"/>
              <a:gd name="connsiteY3" fmla="*/ 4980961 h 6866602"/>
              <a:gd name="connsiteX4" fmla="*/ 1661275 w 4342058"/>
              <a:gd name="connsiteY4" fmla="*/ 6866602 h 6866602"/>
              <a:gd name="connsiteX5" fmla="*/ 6626 w 4342058"/>
              <a:gd name="connsiteY5" fmla="*/ 6864993 h 6866602"/>
              <a:gd name="connsiteX6" fmla="*/ 0 w 4342058"/>
              <a:gd name="connsiteY6" fmla="*/ 1549150 h 6866602"/>
              <a:gd name="connsiteX0" fmla="*/ 0 w 4356291"/>
              <a:gd name="connsiteY0" fmla="*/ 1549150 h 6866602"/>
              <a:gd name="connsiteX1" fmla="*/ 1586644 w 4356291"/>
              <a:gd name="connsiteY1" fmla="*/ 5942 h 6866602"/>
              <a:gd name="connsiteX2" fmla="*/ 4342058 w 4356291"/>
              <a:gd name="connsiteY2" fmla="*/ 0 h 6866602"/>
              <a:gd name="connsiteX3" fmla="*/ 4356291 w 4356291"/>
              <a:gd name="connsiteY3" fmla="*/ 4584605 h 6866602"/>
              <a:gd name="connsiteX4" fmla="*/ 1661275 w 4356291"/>
              <a:gd name="connsiteY4" fmla="*/ 6866602 h 6866602"/>
              <a:gd name="connsiteX5" fmla="*/ 6626 w 4356291"/>
              <a:gd name="connsiteY5" fmla="*/ 6864993 h 6866602"/>
              <a:gd name="connsiteX6" fmla="*/ 0 w 4356291"/>
              <a:gd name="connsiteY6" fmla="*/ 1549150 h 6866602"/>
              <a:gd name="connsiteX0" fmla="*/ 0 w 4352732"/>
              <a:gd name="connsiteY0" fmla="*/ 1549150 h 6866602"/>
              <a:gd name="connsiteX1" fmla="*/ 1586644 w 4352732"/>
              <a:gd name="connsiteY1" fmla="*/ 5942 h 6866602"/>
              <a:gd name="connsiteX2" fmla="*/ 4342058 w 4352732"/>
              <a:gd name="connsiteY2" fmla="*/ 0 h 6866602"/>
              <a:gd name="connsiteX3" fmla="*/ 4352732 w 4352732"/>
              <a:gd name="connsiteY3" fmla="*/ 4233448 h 6866602"/>
              <a:gd name="connsiteX4" fmla="*/ 1661275 w 4352732"/>
              <a:gd name="connsiteY4" fmla="*/ 6866602 h 6866602"/>
              <a:gd name="connsiteX5" fmla="*/ 6626 w 4352732"/>
              <a:gd name="connsiteY5" fmla="*/ 6864993 h 6866602"/>
              <a:gd name="connsiteX6" fmla="*/ 0 w 4352732"/>
              <a:gd name="connsiteY6" fmla="*/ 1549150 h 6866602"/>
              <a:gd name="connsiteX0" fmla="*/ 0 w 4352732"/>
              <a:gd name="connsiteY0" fmla="*/ 1549150 h 6865154"/>
              <a:gd name="connsiteX1" fmla="*/ 1586644 w 4352732"/>
              <a:gd name="connsiteY1" fmla="*/ 5942 h 6865154"/>
              <a:gd name="connsiteX2" fmla="*/ 4342058 w 4352732"/>
              <a:gd name="connsiteY2" fmla="*/ 0 h 6865154"/>
              <a:gd name="connsiteX3" fmla="*/ 4352732 w 4352732"/>
              <a:gd name="connsiteY3" fmla="*/ 4233448 h 6865154"/>
              <a:gd name="connsiteX4" fmla="*/ 1433541 w 4352732"/>
              <a:gd name="connsiteY4" fmla="*/ 6856172 h 6865154"/>
              <a:gd name="connsiteX5" fmla="*/ 6626 w 4352732"/>
              <a:gd name="connsiteY5" fmla="*/ 6864993 h 6865154"/>
              <a:gd name="connsiteX6" fmla="*/ 0 w 4352732"/>
              <a:gd name="connsiteY6" fmla="*/ 1549150 h 6865154"/>
              <a:gd name="connsiteX0" fmla="*/ 0 w 4352732"/>
              <a:gd name="connsiteY0" fmla="*/ 1549150 h 6865212"/>
              <a:gd name="connsiteX1" fmla="*/ 1586644 w 4352732"/>
              <a:gd name="connsiteY1" fmla="*/ 5942 h 6865212"/>
              <a:gd name="connsiteX2" fmla="*/ 4342058 w 4352732"/>
              <a:gd name="connsiteY2" fmla="*/ 0 h 6865212"/>
              <a:gd name="connsiteX3" fmla="*/ 4352732 w 4352732"/>
              <a:gd name="connsiteY3" fmla="*/ 4233448 h 6865212"/>
              <a:gd name="connsiteX4" fmla="*/ 1664833 w 4352732"/>
              <a:gd name="connsiteY4" fmla="*/ 6859648 h 6865212"/>
              <a:gd name="connsiteX5" fmla="*/ 6626 w 4352732"/>
              <a:gd name="connsiteY5" fmla="*/ 6864993 h 6865212"/>
              <a:gd name="connsiteX6" fmla="*/ 0 w 4352732"/>
              <a:gd name="connsiteY6" fmla="*/ 1549150 h 6865212"/>
              <a:gd name="connsiteX0" fmla="*/ 0 w 4352732"/>
              <a:gd name="connsiteY0" fmla="*/ 1549150 h 6865037"/>
              <a:gd name="connsiteX1" fmla="*/ 1586644 w 4352732"/>
              <a:gd name="connsiteY1" fmla="*/ 5942 h 6865037"/>
              <a:gd name="connsiteX2" fmla="*/ 4342058 w 4352732"/>
              <a:gd name="connsiteY2" fmla="*/ 0 h 6865037"/>
              <a:gd name="connsiteX3" fmla="*/ 4352732 w 4352732"/>
              <a:gd name="connsiteY3" fmla="*/ 4233448 h 6865037"/>
              <a:gd name="connsiteX4" fmla="*/ 1529616 w 4352732"/>
              <a:gd name="connsiteY4" fmla="*/ 6821403 h 6865037"/>
              <a:gd name="connsiteX5" fmla="*/ 6626 w 4352732"/>
              <a:gd name="connsiteY5" fmla="*/ 6864993 h 6865037"/>
              <a:gd name="connsiteX6" fmla="*/ 0 w 4352732"/>
              <a:gd name="connsiteY6" fmla="*/ 1549150 h 6865037"/>
              <a:gd name="connsiteX0" fmla="*/ 0 w 4352732"/>
              <a:gd name="connsiteY0" fmla="*/ 1549150 h 6865212"/>
              <a:gd name="connsiteX1" fmla="*/ 1586644 w 4352732"/>
              <a:gd name="connsiteY1" fmla="*/ 5942 h 6865212"/>
              <a:gd name="connsiteX2" fmla="*/ 4342058 w 4352732"/>
              <a:gd name="connsiteY2" fmla="*/ 0 h 6865212"/>
              <a:gd name="connsiteX3" fmla="*/ 4352732 w 4352732"/>
              <a:gd name="connsiteY3" fmla="*/ 4233448 h 6865212"/>
              <a:gd name="connsiteX4" fmla="*/ 1664833 w 4352732"/>
              <a:gd name="connsiteY4" fmla="*/ 6859648 h 6865212"/>
              <a:gd name="connsiteX5" fmla="*/ 6626 w 4352732"/>
              <a:gd name="connsiteY5" fmla="*/ 6864993 h 6865212"/>
              <a:gd name="connsiteX6" fmla="*/ 0 w 4352732"/>
              <a:gd name="connsiteY6" fmla="*/ 1549150 h 6865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2732" h="6865212">
                <a:moveTo>
                  <a:pt x="0" y="1549150"/>
                </a:moveTo>
                <a:lnTo>
                  <a:pt x="1586644" y="5942"/>
                </a:lnTo>
                <a:lnTo>
                  <a:pt x="4342058" y="0"/>
                </a:lnTo>
                <a:cubicBezTo>
                  <a:pt x="4346802" y="1528202"/>
                  <a:pt x="4347988" y="2705246"/>
                  <a:pt x="4352732" y="4233448"/>
                </a:cubicBezTo>
                <a:lnTo>
                  <a:pt x="1664833" y="6859648"/>
                </a:lnTo>
                <a:cubicBezTo>
                  <a:pt x="1640725" y="6857953"/>
                  <a:pt x="813190" y="6866688"/>
                  <a:pt x="6626" y="6864993"/>
                </a:cubicBezTo>
                <a:cubicBezTo>
                  <a:pt x="5603" y="5076820"/>
                  <a:pt x="1023" y="3337323"/>
                  <a:pt x="0" y="1549150"/>
                </a:cubicBezTo>
                <a:close/>
              </a:path>
            </a:pathLst>
          </a:custGeom>
          <a:blipFill>
            <a:blip r:embed="rId4" cstate="screen">
              <a:extLst>
                <a:ext uri="{28A0092B-C50C-407E-A947-70E740481C1C}">
                  <a14:useLocalDpi xmlns:a14="http://schemas.microsoft.com/office/drawing/2010/main"/>
                </a:ext>
              </a:extLst>
            </a:blip>
            <a:stretch>
              <a:fillRect l="-4447" t="-832" r="-825" b="-2080"/>
            </a:stretch>
          </a:blipFill>
        </p:spPr>
        <p:txBody>
          <a:bodyPr wrap="none" lIns="0" tIns="0" rIns="0" bIns="0">
            <a:normAutofit/>
          </a:bodyPr>
          <a:lstStyle>
            <a:lvl1pPr marL="822960" indent="0" algn="ctr">
              <a:buNone/>
              <a:defRPr sz="1200">
                <a:solidFill>
                  <a:schemeClr val="accent6"/>
                </a:solidFill>
              </a:defRPr>
            </a:lvl1pPr>
          </a:lstStyle>
          <a:p>
            <a:r>
              <a:rPr lang="en-US" sz="1400"/>
              <a:t>Click icon to add picture</a:t>
            </a:r>
            <a:endParaRPr lang="en-US" dirty="0"/>
          </a:p>
        </p:txBody>
      </p:sp>
      <p:sp>
        <p:nvSpPr>
          <p:cNvPr id="20" name="Rectangle 19">
            <a:extLst>
              <a:ext uri="{FF2B5EF4-FFF2-40B4-BE49-F238E27FC236}">
                <a16:creationId xmlns:a16="http://schemas.microsoft.com/office/drawing/2014/main" id="{8E09959D-5439-4318-83D8-6833D99F8C4C}"/>
              </a:ext>
            </a:extLst>
          </p:cNvPr>
          <p:cNvSpPr/>
          <p:nvPr userDrawn="1"/>
        </p:nvSpPr>
        <p:spPr>
          <a:xfrm>
            <a:off x="7952908" y="-5751"/>
            <a:ext cx="1667342" cy="1691675"/>
          </a:xfrm>
          <a:custGeom>
            <a:avLst/>
            <a:gdLst>
              <a:gd name="connsiteX0" fmla="*/ 0 w 1547827"/>
              <a:gd name="connsiteY0" fmla="*/ 0 h 1555126"/>
              <a:gd name="connsiteX1" fmla="*/ 1547827 w 1547827"/>
              <a:gd name="connsiteY1" fmla="*/ 0 h 1555126"/>
              <a:gd name="connsiteX2" fmla="*/ 1547827 w 1547827"/>
              <a:gd name="connsiteY2" fmla="*/ 1555126 h 1555126"/>
              <a:gd name="connsiteX3" fmla="*/ 0 w 1547827"/>
              <a:gd name="connsiteY3" fmla="*/ 1555126 h 1555126"/>
              <a:gd name="connsiteX4" fmla="*/ 0 w 1547827"/>
              <a:gd name="connsiteY4" fmla="*/ 0 h 1555126"/>
              <a:gd name="connsiteX0" fmla="*/ 0 w 1547827"/>
              <a:gd name="connsiteY0" fmla="*/ 0 h 1555126"/>
              <a:gd name="connsiteX1" fmla="*/ 1547827 w 1547827"/>
              <a:gd name="connsiteY1" fmla="*/ 0 h 1555126"/>
              <a:gd name="connsiteX2" fmla="*/ 0 w 1547827"/>
              <a:gd name="connsiteY2" fmla="*/ 1555126 h 1555126"/>
              <a:gd name="connsiteX3" fmla="*/ 0 w 1547827"/>
              <a:gd name="connsiteY3" fmla="*/ 0 h 1555126"/>
            </a:gdLst>
            <a:ahLst/>
            <a:cxnLst>
              <a:cxn ang="0">
                <a:pos x="connsiteX0" y="connsiteY0"/>
              </a:cxn>
              <a:cxn ang="0">
                <a:pos x="connsiteX1" y="connsiteY1"/>
              </a:cxn>
              <a:cxn ang="0">
                <a:pos x="connsiteX2" y="connsiteY2"/>
              </a:cxn>
              <a:cxn ang="0">
                <a:pos x="connsiteX3" y="connsiteY3"/>
              </a:cxn>
            </a:cxnLst>
            <a:rect l="l" t="t" r="r" b="b"/>
            <a:pathLst>
              <a:path w="1547827" h="1555126">
                <a:moveTo>
                  <a:pt x="0" y="0"/>
                </a:moveTo>
                <a:lnTo>
                  <a:pt x="1547827" y="0"/>
                </a:lnTo>
                <a:lnTo>
                  <a:pt x="0" y="155512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Rectangle 16">
            <a:extLst>
              <a:ext uri="{FF2B5EF4-FFF2-40B4-BE49-F238E27FC236}">
                <a16:creationId xmlns:a16="http://schemas.microsoft.com/office/drawing/2014/main" id="{24C6E01D-0E59-40BF-A76A-B868A4BEB79D}"/>
              </a:ext>
            </a:extLst>
          </p:cNvPr>
          <p:cNvSpPr/>
          <p:nvPr userDrawn="1"/>
        </p:nvSpPr>
        <p:spPr>
          <a:xfrm>
            <a:off x="9561381" y="42195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01578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2a_Section opener 4 pres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9788" y="569659"/>
            <a:ext cx="10515600" cy="1120838"/>
          </a:xfrm>
        </p:spPr>
        <p:txBody>
          <a:bodyPr lIns="0" tIns="0" rIns="0" bIns="0" anchor="t"/>
          <a:lstStyle>
            <a:lvl1pPr>
              <a:defRPr/>
            </a:lvl1pPr>
          </a:lstStyle>
          <a:p>
            <a:r>
              <a:rPr lang="en-US" dirty="0"/>
              <a:t>Click to edit presenter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6612" y="3538728"/>
            <a:ext cx="2286000" cy="2514600"/>
          </a:xfrm>
        </p:spPr>
        <p:txBody>
          <a:bodyPr lIns="0" tIns="0" rIns="0" bIns="0" anchor="t">
            <a:normAutofit/>
          </a:bodyPr>
          <a:lstStyle>
            <a:lvl1pPr marL="0" indent="0">
              <a:buNone/>
              <a:defRPr sz="1200" b="1">
                <a:solidFill>
                  <a:schemeClr val="accent1"/>
                </a:solidFill>
                <a:latin typeface="+mj-lt"/>
              </a:defRPr>
            </a:lvl1pPr>
            <a:lvl2pPr marL="0" indent="0">
              <a:buNone/>
              <a:defRPr sz="1200" b="0">
                <a:latin typeface="+mj-lt"/>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Bio</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580871" y="3538728"/>
            <a:ext cx="2286000" cy="2514600"/>
          </a:xfrm>
        </p:spPr>
        <p:txBody>
          <a:bodyPr lIns="0" tIns="0" rIns="0" bIns="0"/>
          <a:lstStyle>
            <a:lvl1pPr marL="0" indent="0">
              <a:buNone/>
              <a:defRPr lang="en-US" sz="1200" b="1" kern="1200" dirty="0">
                <a:solidFill>
                  <a:schemeClr val="accent1"/>
                </a:solidFill>
                <a:latin typeface="+mj-lt"/>
                <a:ea typeface="+mn-ea"/>
                <a:cs typeface="+mn-cs"/>
              </a:defRPr>
            </a:lvl1pPr>
            <a:lvl2pPr marL="0" indent="0">
              <a:buNone/>
              <a:defRPr lang="en-US" sz="1200" b="0" kern="1200" dirty="0">
                <a:solidFill>
                  <a:schemeClr val="accent1"/>
                </a:solidFill>
                <a:latin typeface="+mj-lt"/>
                <a:ea typeface="+mn-ea"/>
                <a:cs typeface="+mn-cs"/>
              </a:defRPr>
            </a:lvl2pPr>
            <a:lvl3pPr marL="457200" indent="0">
              <a:buNone/>
              <a:defRPr lang="en-US" sz="1200" b="0" kern="1200" dirty="0">
                <a:solidFill>
                  <a:schemeClr val="tx1"/>
                </a:solidFill>
                <a:latin typeface="+mj-lt"/>
                <a:ea typeface="+mn-ea"/>
                <a:cs typeface="+mn-cs"/>
              </a:defRPr>
            </a:lvl3pPr>
            <a:lvl4pPr marL="685800" indent="0">
              <a:buNone/>
              <a:defRPr lang="en-US" sz="1200" b="0" kern="1200" dirty="0">
                <a:solidFill>
                  <a:schemeClr val="tx1"/>
                </a:solidFill>
                <a:latin typeface="+mj-lt"/>
                <a:ea typeface="+mn-ea"/>
                <a:cs typeface="+mn-cs"/>
              </a:defRPr>
            </a:lvl4pPr>
            <a:lvl5pPr marL="914400" indent="0">
              <a:buNone/>
              <a:defRPr lang="en-US" sz="1200" b="0" kern="1200" dirty="0">
                <a:solidFill>
                  <a:schemeClr val="tx1"/>
                </a:solidFill>
                <a:latin typeface="+mj-lt"/>
                <a:ea typeface="+mn-ea"/>
                <a:cs typeface="+mn-cs"/>
              </a:defRPr>
            </a:lvl5pPr>
          </a:lstStyle>
          <a:p>
            <a:pPr lvl="0"/>
            <a:r>
              <a:rPr lang="en-US" dirty="0"/>
              <a:t>Name</a:t>
            </a:r>
          </a:p>
          <a:p>
            <a:pPr lvl="1"/>
            <a:r>
              <a:rPr lang="en-US" dirty="0"/>
              <a:t>Bio</a:t>
            </a:r>
          </a:p>
        </p:txBody>
      </p:sp>
      <p:sp>
        <p:nvSpPr>
          <p:cNvPr id="5" name="Text Placeholder 4">
            <a:extLst>
              <a:ext uri="{FF2B5EF4-FFF2-40B4-BE49-F238E27FC236}">
                <a16:creationId xmlns:a16="http://schemas.microsoft.com/office/drawing/2014/main" id="{2A953E42-6C15-4A8D-AFA8-51B1D8EA9A81}"/>
              </a:ext>
            </a:extLst>
          </p:cNvPr>
          <p:cNvSpPr>
            <a:spLocks noGrp="1"/>
          </p:cNvSpPr>
          <p:nvPr>
            <p:ph type="body" sz="quarter" idx="3" hasCustomPrompt="1"/>
          </p:nvPr>
        </p:nvSpPr>
        <p:spPr>
          <a:xfrm>
            <a:off x="6325130" y="3538728"/>
            <a:ext cx="2286000" cy="2514600"/>
          </a:xfrm>
        </p:spPr>
        <p:txBody>
          <a:bodyPr lIns="0" tIns="0" rIns="0" bIns="0" anchor="t">
            <a:normAutofit/>
          </a:bodyPr>
          <a:lstStyle>
            <a:lvl1pPr marL="0" indent="0">
              <a:buNone/>
              <a:defRPr sz="1200" b="1">
                <a:solidFill>
                  <a:schemeClr val="accent1"/>
                </a:solidFill>
              </a:defRPr>
            </a:lvl1pPr>
            <a:lvl2pPr marL="0" indent="0">
              <a:buNone/>
              <a:defRPr lang="en-US" sz="1200" b="0" kern="1200" dirty="0">
                <a:solidFill>
                  <a:schemeClr val="accent1"/>
                </a:solidFill>
                <a:latin typeface="+mj-lt"/>
                <a:ea typeface="+mn-ea"/>
                <a:cs typeface="+mn-cs"/>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Bio</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9069388" y="3538728"/>
            <a:ext cx="2286000" cy="2514600"/>
          </a:xfrm>
        </p:spPr>
        <p:txBody>
          <a:bodyPr lIns="0" tIns="0" rIns="0" bIns="0"/>
          <a:lstStyle>
            <a:lvl1pPr marL="0" indent="0">
              <a:buNone/>
              <a:defRPr lang="en-US" sz="1200" b="1" kern="1200" dirty="0">
                <a:solidFill>
                  <a:schemeClr val="accent1"/>
                </a:solidFill>
                <a:latin typeface="+mj-lt"/>
                <a:ea typeface="+mn-ea"/>
                <a:cs typeface="+mn-cs"/>
              </a:defRPr>
            </a:lvl1pPr>
            <a:lvl2pPr marL="0" indent="0">
              <a:buNone/>
              <a:defRPr lang="en-US" sz="1200" b="0" kern="1200" dirty="0">
                <a:solidFill>
                  <a:schemeClr val="accent1"/>
                </a:solidFill>
                <a:latin typeface="+mj-lt"/>
                <a:ea typeface="+mn-ea"/>
                <a:cs typeface="+mn-cs"/>
              </a:defRPr>
            </a:lvl2pPr>
          </a:lstStyle>
          <a:p>
            <a:pPr lvl="0"/>
            <a:r>
              <a:rPr lang="en-US" dirty="0"/>
              <a:t>Name</a:t>
            </a:r>
          </a:p>
          <a:p>
            <a:pPr lvl="1"/>
            <a:r>
              <a:rPr lang="en-US" dirty="0"/>
              <a:t>Bio</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08458" y="6085840"/>
            <a:ext cx="521208" cy="508533"/>
          </a:xfrm>
        </p:spPr>
        <p:txBody>
          <a:bodyPr lIns="0" tIns="0" rIns="0" bIns="0" anchor="b"/>
          <a:lstStyle/>
          <a:p>
            <a:fld id="{CD6D25CF-0D6E-4844-B79B-06FF722D38A1}" type="slidenum">
              <a:rPr lang="en-US" smtClean="0"/>
              <a:t>‹#›</a:t>
            </a:fld>
            <a:endParaRPr lang="en-US"/>
          </a:p>
        </p:txBody>
      </p:sp>
      <p:sp>
        <p:nvSpPr>
          <p:cNvPr id="14" name="Picture Placeholder 13">
            <a:extLst>
              <a:ext uri="{FF2B5EF4-FFF2-40B4-BE49-F238E27FC236}">
                <a16:creationId xmlns:a16="http://schemas.microsoft.com/office/drawing/2014/main" id="{9820630F-FB86-40C6-B3CF-F0DA628D5396}"/>
              </a:ext>
            </a:extLst>
          </p:cNvPr>
          <p:cNvSpPr>
            <a:spLocks noGrp="1"/>
          </p:cNvSpPr>
          <p:nvPr>
            <p:ph type="pic" sz="quarter" idx="13" hasCustomPrompt="1"/>
          </p:nvPr>
        </p:nvSpPr>
        <p:spPr>
          <a:xfrm>
            <a:off x="839788" y="1802707"/>
            <a:ext cx="1600200" cy="1600200"/>
          </a:xfrm>
        </p:spPr>
        <p:txBody>
          <a:bodyPr>
            <a:normAutofit/>
          </a:bodyPr>
          <a:lstStyle>
            <a:lvl1pPr marL="0" indent="0">
              <a:buNone/>
              <a:defRPr sz="1200" b="0"/>
            </a:lvl1pPr>
          </a:lstStyle>
          <a:p>
            <a:r>
              <a:rPr lang="en-US" dirty="0"/>
              <a:t>Click icon to insert photo</a:t>
            </a:r>
          </a:p>
        </p:txBody>
      </p:sp>
      <p:sp>
        <p:nvSpPr>
          <p:cNvPr id="16" name="Picture Placeholder 15">
            <a:extLst>
              <a:ext uri="{FF2B5EF4-FFF2-40B4-BE49-F238E27FC236}">
                <a16:creationId xmlns:a16="http://schemas.microsoft.com/office/drawing/2014/main" id="{A7F941DA-9E81-4312-AE0C-4EE533BED285}"/>
              </a:ext>
            </a:extLst>
          </p:cNvPr>
          <p:cNvSpPr>
            <a:spLocks noGrp="1"/>
          </p:cNvSpPr>
          <p:nvPr>
            <p:ph type="pic" sz="quarter" idx="14" hasCustomPrompt="1"/>
          </p:nvPr>
        </p:nvSpPr>
        <p:spPr>
          <a:xfrm>
            <a:off x="3588491" y="1814513"/>
            <a:ext cx="1600200" cy="1600200"/>
          </a:xfrm>
        </p:spPr>
        <p:txBody>
          <a:bodyPr>
            <a:normAutofit/>
          </a:bodyPr>
          <a:lstStyle>
            <a:lvl1pPr marL="0" indent="0">
              <a:buNone/>
              <a:defRPr lang="en-US" sz="1200" b="0" kern="1200" dirty="0">
                <a:solidFill>
                  <a:schemeClr val="tx2"/>
                </a:solidFill>
                <a:latin typeface="+mj-lt"/>
                <a:ea typeface="+mn-ea"/>
                <a:cs typeface="+mn-cs"/>
              </a:defRPr>
            </a:lvl1pPr>
          </a:lstStyle>
          <a:p>
            <a:r>
              <a:rPr lang="en-US" dirty="0"/>
              <a:t>Click icon to insert photo</a:t>
            </a:r>
          </a:p>
        </p:txBody>
      </p:sp>
      <p:sp>
        <p:nvSpPr>
          <p:cNvPr id="18" name="Picture Placeholder 17">
            <a:extLst>
              <a:ext uri="{FF2B5EF4-FFF2-40B4-BE49-F238E27FC236}">
                <a16:creationId xmlns:a16="http://schemas.microsoft.com/office/drawing/2014/main" id="{D2EEBFDC-EBA7-4D1D-9F22-5D043C365411}"/>
              </a:ext>
            </a:extLst>
          </p:cNvPr>
          <p:cNvSpPr>
            <a:spLocks noGrp="1"/>
          </p:cNvSpPr>
          <p:nvPr>
            <p:ph type="pic" sz="quarter" idx="15" hasCustomPrompt="1"/>
          </p:nvPr>
        </p:nvSpPr>
        <p:spPr>
          <a:xfrm>
            <a:off x="6337194" y="1803400"/>
            <a:ext cx="1600200" cy="1600200"/>
          </a:xfrm>
        </p:spPr>
        <p:txBody>
          <a:bodyPr>
            <a:normAutofit/>
          </a:bodyPr>
          <a:lstStyle>
            <a:lvl1pPr marL="0" indent="0">
              <a:buNone/>
              <a:defRPr lang="en-US" sz="1200" b="0" kern="1200" dirty="0">
                <a:solidFill>
                  <a:schemeClr val="tx2"/>
                </a:solidFill>
                <a:latin typeface="+mj-lt"/>
                <a:ea typeface="+mn-ea"/>
                <a:cs typeface="+mn-cs"/>
              </a:defRPr>
            </a:lvl1pPr>
          </a:lstStyle>
          <a:p>
            <a:r>
              <a:rPr lang="en-US" dirty="0"/>
              <a:t>Click icon to insert photo</a:t>
            </a:r>
          </a:p>
        </p:txBody>
      </p:sp>
      <p:sp>
        <p:nvSpPr>
          <p:cNvPr id="20" name="Picture Placeholder 19">
            <a:extLst>
              <a:ext uri="{FF2B5EF4-FFF2-40B4-BE49-F238E27FC236}">
                <a16:creationId xmlns:a16="http://schemas.microsoft.com/office/drawing/2014/main" id="{C8BFBEE1-4F7A-41B6-9BB5-7994CB5C723B}"/>
              </a:ext>
            </a:extLst>
          </p:cNvPr>
          <p:cNvSpPr>
            <a:spLocks noGrp="1"/>
          </p:cNvSpPr>
          <p:nvPr>
            <p:ph type="pic" sz="quarter" idx="16" hasCustomPrompt="1"/>
          </p:nvPr>
        </p:nvSpPr>
        <p:spPr>
          <a:xfrm>
            <a:off x="9069388" y="1814512"/>
            <a:ext cx="1600200" cy="1600200"/>
          </a:xfrm>
        </p:spPr>
        <p:txBody>
          <a:bodyPr>
            <a:normAutofit/>
          </a:bodyPr>
          <a:lstStyle>
            <a:lvl1pPr marL="0" indent="0" algn="l" defTabSz="914400" rtl="0" eaLnBrk="1" latinLnBrk="0" hangingPunct="1">
              <a:lnSpc>
                <a:spcPct val="100000"/>
              </a:lnSpc>
              <a:spcBef>
                <a:spcPts val="1000"/>
              </a:spcBef>
              <a:buClr>
                <a:schemeClr val="accent3"/>
              </a:buClr>
              <a:buFont typeface="Arial Black" panose="020B0A04020102090204" pitchFamily="34" charset="0"/>
              <a:buNone/>
              <a:defRPr lang="en-US" sz="1200" b="0" kern="1200" dirty="0">
                <a:solidFill>
                  <a:schemeClr val="tx2"/>
                </a:solidFill>
                <a:latin typeface="+mj-lt"/>
                <a:ea typeface="+mn-ea"/>
                <a:cs typeface="+mn-cs"/>
              </a:defRPr>
            </a:lvl1pPr>
          </a:lstStyle>
          <a:p>
            <a:r>
              <a:rPr lang="en-US" dirty="0"/>
              <a:t>Click icon to insert photo</a:t>
            </a:r>
          </a:p>
        </p:txBody>
      </p:sp>
      <p:sp>
        <p:nvSpPr>
          <p:cNvPr id="15" name="Rectangle 6">
            <a:extLst>
              <a:ext uri="{FF2B5EF4-FFF2-40B4-BE49-F238E27FC236}">
                <a16:creationId xmlns:a16="http://schemas.microsoft.com/office/drawing/2014/main" id="{573B61A2-DEFE-4A34-8F50-0569B8093A7F}"/>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24B0A8F2-8BC7-4A48-970C-16A7A94A82D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21" name="Picture 13">
            <a:extLst>
              <a:ext uri="{FF2B5EF4-FFF2-40B4-BE49-F238E27FC236}">
                <a16:creationId xmlns:a16="http://schemas.microsoft.com/office/drawing/2014/main" id="{252CFE9A-0E73-47FE-87B6-1D6779258A2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2877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b_Section opener 2 Pres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5152" y="585216"/>
            <a:ext cx="10474899" cy="1120838"/>
          </a:xfrm>
        </p:spPr>
        <p:txBody>
          <a:bodyPr lIns="0" tIns="0" rIns="0" bIns="0" anchor="t"/>
          <a:lstStyle>
            <a:lvl1pPr>
              <a:defRPr/>
            </a:lvl1pPr>
          </a:lstStyle>
          <a:p>
            <a:r>
              <a:rPr lang="en-US" dirty="0"/>
              <a:t>Click to edit presenter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3510149"/>
            <a:ext cx="5001837" cy="2514600"/>
          </a:xfrm>
        </p:spPr>
        <p:txBody>
          <a:bodyPr lIns="0" tIns="0" rIns="0" bIns="0" anchor="t">
            <a:normAutofit/>
          </a:bodyPr>
          <a:lstStyle>
            <a:lvl1pPr marL="0" indent="0">
              <a:buNone/>
              <a:defRPr sz="1200" b="1">
                <a:solidFill>
                  <a:schemeClr val="accent1"/>
                </a:solidFill>
              </a:defRPr>
            </a:lvl1pPr>
            <a:lvl2pPr marL="0" indent="0">
              <a:buNone/>
              <a:defRPr sz="1200" b="0">
                <a:solidFill>
                  <a:schemeClr val="accent1"/>
                </a:solidFill>
                <a:latin typeface="+mj-lt"/>
              </a:defRPr>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a:p>
            <a:pPr lvl="1"/>
            <a:r>
              <a:rPr lang="en-US" dirty="0"/>
              <a:t>Bio</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6350374" y="3510149"/>
            <a:ext cx="4964313" cy="2514600"/>
          </a:xfrm>
        </p:spPr>
        <p:txBody>
          <a:bodyPr lIns="0" tIns="0" rIns="0" bIns="0"/>
          <a:lstStyle>
            <a:lvl1pPr marL="0" indent="0">
              <a:buNone/>
              <a:defRPr sz="1200">
                <a:solidFill>
                  <a:schemeClr val="accent1"/>
                </a:solidFill>
              </a:defRPr>
            </a:lvl1pPr>
            <a:lvl2pPr marL="0" indent="0">
              <a:buNone/>
              <a:defRPr sz="1200">
                <a:solidFill>
                  <a:schemeClr val="accent1"/>
                </a:solidFill>
                <a:latin typeface="+mj-lt"/>
              </a:defRPr>
            </a:lvl2pPr>
            <a:lvl3pPr marL="0" indent="0">
              <a:buNone/>
              <a:defRPr sz="1200">
                <a:solidFill>
                  <a:schemeClr val="accent1"/>
                </a:solidFill>
                <a:latin typeface="+mj-lt"/>
              </a:defRPr>
            </a:lvl3pPr>
            <a:lvl4pPr marL="0" indent="0">
              <a:buNone/>
              <a:defRPr sz="1200">
                <a:solidFill>
                  <a:schemeClr val="accent1"/>
                </a:solidFill>
                <a:latin typeface="+mj-lt"/>
              </a:defRPr>
            </a:lvl4pPr>
            <a:lvl5pPr marL="0" indent="0">
              <a:buNone/>
              <a:defRPr sz="1200">
                <a:solidFill>
                  <a:schemeClr val="accent1"/>
                </a:solidFill>
                <a:latin typeface="+mj-lt"/>
              </a:defRPr>
            </a:lvl5pPr>
          </a:lstStyle>
          <a:p>
            <a:pPr lvl="0"/>
            <a:r>
              <a:rPr lang="en-US" dirty="0"/>
              <a:t>Presenter name</a:t>
            </a:r>
          </a:p>
          <a:p>
            <a:pPr lvl="1"/>
            <a:r>
              <a:rPr lang="en-US" dirty="0"/>
              <a:t>Bio</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85840"/>
            <a:ext cx="508749" cy="508533"/>
          </a:xfrm>
        </p:spPr>
        <p:txBody>
          <a:bodyPr lIns="0" tIns="0" rIns="0" bIns="0" anchor="b"/>
          <a:lstStyle>
            <a:lvl1pPr>
              <a:defRPr>
                <a:solidFill>
                  <a:schemeClr val="accent3"/>
                </a:solidFill>
              </a:defRPr>
            </a:lvl1pPr>
          </a:lstStyle>
          <a:p>
            <a:fld id="{CD6D25CF-0D6E-4844-B79B-06FF722D38A1}" type="slidenum">
              <a:rPr lang="en-US" smtClean="0"/>
              <a:pPr/>
              <a:t>‹#›</a:t>
            </a:fld>
            <a:endParaRPr lang="en-US" dirty="0"/>
          </a:p>
        </p:txBody>
      </p:sp>
      <p:sp>
        <p:nvSpPr>
          <p:cNvPr id="17" name="Picture Placeholder 16">
            <a:extLst>
              <a:ext uri="{FF2B5EF4-FFF2-40B4-BE49-F238E27FC236}">
                <a16:creationId xmlns:a16="http://schemas.microsoft.com/office/drawing/2014/main" id="{B1740A21-BDAD-4236-A5B0-B3C5EE649860}"/>
              </a:ext>
            </a:extLst>
          </p:cNvPr>
          <p:cNvSpPr>
            <a:spLocks noGrp="1"/>
          </p:cNvSpPr>
          <p:nvPr>
            <p:ph type="pic" sz="quarter" idx="13" hasCustomPrompt="1"/>
          </p:nvPr>
        </p:nvSpPr>
        <p:spPr>
          <a:xfrm>
            <a:off x="839788" y="1802707"/>
            <a:ext cx="1600200" cy="1600200"/>
          </a:xfrm>
        </p:spPr>
        <p:txBody>
          <a:bodyPr>
            <a:normAutofit/>
          </a:bodyPr>
          <a:lstStyle>
            <a:lvl1pPr marL="0" indent="0">
              <a:buNone/>
              <a:defRPr sz="1200" b="0">
                <a:solidFill>
                  <a:schemeClr val="tx2"/>
                </a:solidFill>
              </a:defRPr>
            </a:lvl1pPr>
          </a:lstStyle>
          <a:p>
            <a:r>
              <a:rPr lang="en-US" dirty="0"/>
              <a:t>Click icon to insert photo</a:t>
            </a:r>
          </a:p>
        </p:txBody>
      </p:sp>
      <p:sp>
        <p:nvSpPr>
          <p:cNvPr id="19" name="Picture Placeholder 18">
            <a:extLst>
              <a:ext uri="{FF2B5EF4-FFF2-40B4-BE49-F238E27FC236}">
                <a16:creationId xmlns:a16="http://schemas.microsoft.com/office/drawing/2014/main" id="{DA98BEF5-0C89-4430-B947-F1CBBA01500A}"/>
              </a:ext>
            </a:extLst>
          </p:cNvPr>
          <p:cNvSpPr>
            <a:spLocks noGrp="1"/>
          </p:cNvSpPr>
          <p:nvPr>
            <p:ph type="pic" sz="quarter" idx="14" hasCustomPrompt="1"/>
          </p:nvPr>
        </p:nvSpPr>
        <p:spPr>
          <a:xfrm>
            <a:off x="6350374" y="1802707"/>
            <a:ext cx="1600200" cy="1600200"/>
          </a:xfrm>
        </p:spPr>
        <p:txBody>
          <a:bodyPr>
            <a:normAutofit/>
          </a:bodyPr>
          <a:lstStyle>
            <a:lvl1pPr marL="0" indent="0">
              <a:buNone/>
              <a:defRPr sz="1200" b="0"/>
            </a:lvl1pPr>
          </a:lstStyle>
          <a:p>
            <a:r>
              <a:rPr lang="en-US" dirty="0"/>
              <a:t>Click icon to insert photo</a:t>
            </a:r>
          </a:p>
        </p:txBody>
      </p:sp>
      <p:sp>
        <p:nvSpPr>
          <p:cNvPr id="11" name="Rectangle 6">
            <a:extLst>
              <a:ext uri="{FF2B5EF4-FFF2-40B4-BE49-F238E27FC236}">
                <a16:creationId xmlns:a16="http://schemas.microsoft.com/office/drawing/2014/main" id="{2887AD67-99B6-4833-8429-D3E199C0A810}"/>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3">
            <a:extLst>
              <a:ext uri="{FF2B5EF4-FFF2-40B4-BE49-F238E27FC236}">
                <a16:creationId xmlns:a16="http://schemas.microsoft.com/office/drawing/2014/main" id="{79A2FCE6-3214-4550-AB7E-FA7A7EFFCC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268563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_Section Opener No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1295400" y="3077972"/>
            <a:ext cx="9601200" cy="702056"/>
          </a:xfrm>
        </p:spPr>
        <p:txBody>
          <a:bodyPr lIns="0" tIns="0" rIns="0" bIns="0">
            <a:normAutofit/>
          </a:bodyPr>
          <a:lstStyle>
            <a:lvl1pPr algn="ctr">
              <a:defRPr lang="en-US" sz="2800" b="1" kern="1200" dirty="0">
                <a:solidFill>
                  <a:schemeClr val="tx2"/>
                </a:solidFill>
                <a:latin typeface="+mj-lt"/>
                <a:ea typeface="+mn-ea"/>
                <a:cs typeface="+mn-cs"/>
              </a:defRPr>
            </a:lvl1pPr>
          </a:lstStyle>
          <a:p>
            <a:r>
              <a:rPr lang="en-US" dirty="0"/>
              <a:t>Click to Edit Section Title</a:t>
            </a:r>
          </a:p>
        </p:txBody>
      </p:sp>
      <p:sp>
        <p:nvSpPr>
          <p:cNvPr id="18" name="Rectangle 6">
            <a:extLst>
              <a:ext uri="{FF2B5EF4-FFF2-40B4-BE49-F238E27FC236}">
                <a16:creationId xmlns:a16="http://schemas.microsoft.com/office/drawing/2014/main" id="{97EF0196-6DDE-4D85-8DB8-77A251719F03}"/>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F9BD4E4-2AE3-430C-B9A2-89412E10C5BF}"/>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6">
            <a:extLst>
              <a:ext uri="{FF2B5EF4-FFF2-40B4-BE49-F238E27FC236}">
                <a16:creationId xmlns:a16="http://schemas.microsoft.com/office/drawing/2014/main" id="{9E330133-C8B4-4B15-901A-250DE9B25D8F}"/>
              </a:ext>
            </a:extLst>
          </p:cNvPr>
          <p:cNvSpPr/>
          <p:nvPr userDrawn="1"/>
        </p:nvSpPr>
        <p:spPr>
          <a:xfrm>
            <a:off x="9546777" y="421382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9" name="Picture 13">
            <a:extLst>
              <a:ext uri="{FF2B5EF4-FFF2-40B4-BE49-F238E27FC236}">
                <a16:creationId xmlns:a16="http://schemas.microsoft.com/office/drawing/2014/main" id="{B9726C00-9273-4D53-92B0-F0E8464A676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054081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d_Section Opener Photo">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EA4C9AA-3B63-4CC1-BEDA-84AA127B80AB}"/>
              </a:ext>
            </a:extLst>
          </p:cNvPr>
          <p:cNvSpPr>
            <a:spLocks noGrp="1"/>
          </p:cNvSpPr>
          <p:nvPr>
            <p:ph type="pic" sz="quarter" idx="13"/>
          </p:nvPr>
        </p:nvSpPr>
        <p:spPr>
          <a:xfrm>
            <a:off x="-9427" y="9144"/>
            <a:ext cx="12201427" cy="6869575"/>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1131217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131217 w 12192000"/>
              <a:gd name="connsiteY4" fmla="*/ 0 h 6858000"/>
              <a:gd name="connsiteX0" fmla="*/ 1131217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914400 w 12192000"/>
              <a:gd name="connsiteY4" fmla="*/ 1357460 h 6858000"/>
              <a:gd name="connsiteX5" fmla="*/ 1131217 w 12192000"/>
              <a:gd name="connsiteY5" fmla="*/ 0 h 6858000"/>
              <a:gd name="connsiteX0" fmla="*/ 1140644 w 12201427"/>
              <a:gd name="connsiteY0" fmla="*/ 0 h 6858000"/>
              <a:gd name="connsiteX1" fmla="*/ 12201427 w 12201427"/>
              <a:gd name="connsiteY1" fmla="*/ 0 h 6858000"/>
              <a:gd name="connsiteX2" fmla="*/ 12201427 w 12201427"/>
              <a:gd name="connsiteY2" fmla="*/ 6858000 h 6858000"/>
              <a:gd name="connsiteX3" fmla="*/ 9427 w 12201427"/>
              <a:gd name="connsiteY3" fmla="*/ 6858000 h 6858000"/>
              <a:gd name="connsiteX4" fmla="*/ 0 w 12201427"/>
              <a:gd name="connsiteY4" fmla="*/ 1121790 h 6858000"/>
              <a:gd name="connsiteX5" fmla="*/ 1140644 w 12201427"/>
              <a:gd name="connsiteY5"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9427 w 12201427"/>
              <a:gd name="connsiteY3" fmla="*/ 6858000 h 6858000"/>
              <a:gd name="connsiteX4" fmla="*/ 0 w 12201427"/>
              <a:gd name="connsiteY4" fmla="*/ 1121790 h 6858000"/>
              <a:gd name="connsiteX5" fmla="*/ 1140644 w 12201427"/>
              <a:gd name="connsiteY5"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9907572 w 12201427"/>
              <a:gd name="connsiteY3" fmla="*/ 5429839 h 6858000"/>
              <a:gd name="connsiteX4" fmla="*/ 9427 w 12201427"/>
              <a:gd name="connsiteY4" fmla="*/ 6858000 h 6858000"/>
              <a:gd name="connsiteX5" fmla="*/ 0 w 12201427"/>
              <a:gd name="connsiteY5" fmla="*/ 1121790 h 6858000"/>
              <a:gd name="connsiteX6" fmla="*/ 1140644 w 12201427"/>
              <a:gd name="connsiteY6" fmla="*/ 0 h 6858000"/>
              <a:gd name="connsiteX0" fmla="*/ 1140644 w 12201427"/>
              <a:gd name="connsiteY0" fmla="*/ 0 h 6858000"/>
              <a:gd name="connsiteX1" fmla="*/ 12201427 w 12201427"/>
              <a:gd name="connsiteY1" fmla="*/ 0 h 6858000"/>
              <a:gd name="connsiteX2" fmla="*/ 12201427 w 12201427"/>
              <a:gd name="connsiteY2" fmla="*/ 5114041 h 6858000"/>
              <a:gd name="connsiteX3" fmla="*/ 10350632 w 12201427"/>
              <a:gd name="connsiteY3" fmla="*/ 6853286 h 6858000"/>
              <a:gd name="connsiteX4" fmla="*/ 9427 w 12201427"/>
              <a:gd name="connsiteY4" fmla="*/ 6858000 h 6858000"/>
              <a:gd name="connsiteX5" fmla="*/ 0 w 12201427"/>
              <a:gd name="connsiteY5" fmla="*/ 1121790 h 6858000"/>
              <a:gd name="connsiteX6" fmla="*/ 1140644 w 1220142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1427" h="6858000">
                <a:moveTo>
                  <a:pt x="1140644" y="0"/>
                </a:moveTo>
                <a:lnTo>
                  <a:pt x="12201427" y="0"/>
                </a:lnTo>
                <a:lnTo>
                  <a:pt x="12201427" y="5114041"/>
                </a:lnTo>
                <a:lnTo>
                  <a:pt x="10350632" y="6853286"/>
                </a:lnTo>
                <a:lnTo>
                  <a:pt x="9427" y="6858000"/>
                </a:lnTo>
                <a:cubicBezTo>
                  <a:pt x="6285" y="4945930"/>
                  <a:pt x="3142" y="3033860"/>
                  <a:pt x="0" y="1121790"/>
                </a:cubicBezTo>
                <a:lnTo>
                  <a:pt x="1140644" y="0"/>
                </a:lnTo>
                <a:close/>
              </a:path>
            </a:pathLst>
          </a:custGeom>
        </p:spPr>
        <p:txBody>
          <a:bodyPr/>
          <a:lstStyle>
            <a:lvl1pPr marL="0" indent="0" algn="ctr">
              <a:buNone/>
              <a:defRPr sz="1600" b="0">
                <a:solidFill>
                  <a:schemeClr val="tx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939800" y="3077972"/>
            <a:ext cx="4770120" cy="702056"/>
          </a:xfrm>
        </p:spPr>
        <p:txBody>
          <a:bodyPr lIns="0" tIns="0" rIns="0" bIns="0">
            <a:normAutofit/>
          </a:bodyPr>
          <a:lstStyle>
            <a:lvl1pPr algn="l">
              <a:defRPr lang="en-US" sz="2800" b="1" kern="1200" dirty="0">
                <a:solidFill>
                  <a:schemeClr val="tx2"/>
                </a:solidFill>
                <a:latin typeface="+mj-lt"/>
                <a:ea typeface="+mn-ea"/>
                <a:cs typeface="+mn-cs"/>
              </a:defRPr>
            </a:lvl1pPr>
          </a:lstStyle>
          <a:p>
            <a:r>
              <a:rPr lang="en-US" dirty="0"/>
              <a:t>Click to Edit Section Title</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247120" y="6163056"/>
            <a:ext cx="521208" cy="685800"/>
          </a:xfrm>
        </p:spPr>
        <p:txBody>
          <a:bodyPr lIns="0" tIns="0" rIns="0" bIns="0"/>
          <a:lstStyle/>
          <a:p>
            <a:fld id="{CD6D25CF-0D6E-4844-B79B-06FF722D38A1}" type="slidenum">
              <a:rPr lang="en-US" smtClean="0"/>
              <a:t>‹#›</a:t>
            </a:fld>
            <a:endParaRPr lang="en-US"/>
          </a:p>
        </p:txBody>
      </p:sp>
      <p:sp>
        <p:nvSpPr>
          <p:cNvPr id="8" name="Rectangle 6">
            <a:extLst>
              <a:ext uri="{FF2B5EF4-FFF2-40B4-BE49-F238E27FC236}">
                <a16:creationId xmlns:a16="http://schemas.microsoft.com/office/drawing/2014/main" id="{0DD9632D-8168-456D-9C99-78CAC8FDFA03}"/>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6">
            <a:extLst>
              <a:ext uri="{FF2B5EF4-FFF2-40B4-BE49-F238E27FC236}">
                <a16:creationId xmlns:a16="http://schemas.microsoft.com/office/drawing/2014/main" id="{A7CF50F7-2E3D-4E43-ABE3-4B0158439007}"/>
              </a:ext>
            </a:extLst>
          </p:cNvPr>
          <p:cNvSpPr/>
          <p:nvPr userDrawn="1"/>
        </p:nvSpPr>
        <p:spPr>
          <a:xfrm>
            <a:off x="9546777" y="4219575"/>
            <a:ext cx="2645223" cy="2644175"/>
          </a:xfrm>
          <a:custGeom>
            <a:avLst/>
            <a:gdLst>
              <a:gd name="connsiteX0" fmla="*/ 0 w 1975847"/>
              <a:gd name="connsiteY0" fmla="*/ 0 h 1983462"/>
              <a:gd name="connsiteX1" fmla="*/ 1975847 w 1975847"/>
              <a:gd name="connsiteY1" fmla="*/ 0 h 1983462"/>
              <a:gd name="connsiteX2" fmla="*/ 1975847 w 1975847"/>
              <a:gd name="connsiteY2" fmla="*/ 1983462 h 1983462"/>
              <a:gd name="connsiteX3" fmla="*/ 0 w 1975847"/>
              <a:gd name="connsiteY3" fmla="*/ 1983462 h 1983462"/>
              <a:gd name="connsiteX4" fmla="*/ 0 w 1975847"/>
              <a:gd name="connsiteY4" fmla="*/ 0 h 1983462"/>
              <a:gd name="connsiteX0" fmla="*/ 0 w 1975847"/>
              <a:gd name="connsiteY0" fmla="*/ 1983462 h 1983462"/>
              <a:gd name="connsiteX1" fmla="*/ 1975847 w 1975847"/>
              <a:gd name="connsiteY1" fmla="*/ 0 h 1983462"/>
              <a:gd name="connsiteX2" fmla="*/ 1975847 w 1975847"/>
              <a:gd name="connsiteY2" fmla="*/ 1983462 h 1983462"/>
              <a:gd name="connsiteX3" fmla="*/ 0 w 1975847"/>
              <a:gd name="connsiteY3" fmla="*/ 1983462 h 1983462"/>
            </a:gdLst>
            <a:ahLst/>
            <a:cxnLst>
              <a:cxn ang="0">
                <a:pos x="connsiteX0" y="connsiteY0"/>
              </a:cxn>
              <a:cxn ang="0">
                <a:pos x="connsiteX1" y="connsiteY1"/>
              </a:cxn>
              <a:cxn ang="0">
                <a:pos x="connsiteX2" y="connsiteY2"/>
              </a:cxn>
              <a:cxn ang="0">
                <a:pos x="connsiteX3" y="connsiteY3"/>
              </a:cxn>
            </a:cxnLst>
            <a:rect l="l" t="t" r="r" b="b"/>
            <a:pathLst>
              <a:path w="1975847" h="1983462">
                <a:moveTo>
                  <a:pt x="0" y="1983462"/>
                </a:moveTo>
                <a:lnTo>
                  <a:pt x="1975847" y="0"/>
                </a:lnTo>
                <a:lnTo>
                  <a:pt x="1975847" y="1983462"/>
                </a:lnTo>
                <a:lnTo>
                  <a:pt x="0" y="198346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1" name="Picture 13">
            <a:extLst>
              <a:ext uri="{FF2B5EF4-FFF2-40B4-BE49-F238E27FC236}">
                <a16:creationId xmlns:a16="http://schemas.microsoft.com/office/drawing/2014/main" id="{04839836-9194-4248-B382-8689DE011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41733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e_Section Opener Banner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1295400" y="3392424"/>
            <a:ext cx="9601200" cy="1161288"/>
          </a:xfrm>
        </p:spPr>
        <p:txBody>
          <a:bodyPr lIns="0" tIns="0" rIns="0" bIns="0">
            <a:normAutofit/>
          </a:bodyPr>
          <a:lstStyle>
            <a:lvl1pPr algn="ctr">
              <a:defRPr lang="en-US" sz="2800" b="1" kern="1200" dirty="0">
                <a:solidFill>
                  <a:schemeClr val="tx2"/>
                </a:solidFill>
                <a:latin typeface="+mj-lt"/>
                <a:ea typeface="+mn-ea"/>
                <a:cs typeface="+mn-cs"/>
              </a:defRPr>
            </a:lvl1pPr>
          </a:lstStyle>
          <a:p>
            <a:r>
              <a:rPr lang="en-US" dirty="0"/>
              <a:t>Click to Edit Section Title</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85840"/>
            <a:ext cx="521208" cy="508533"/>
          </a:xfrm>
        </p:spPr>
        <p:txBody>
          <a:bodyPr lIns="0" tIns="0" rIns="0" bIns="0" anchor="b"/>
          <a:lstStyle/>
          <a:p>
            <a:fld id="{CD6D25CF-0D6E-4844-B79B-06FF722D38A1}" type="slidenum">
              <a:rPr lang="en-US" smtClean="0"/>
              <a:t>‹#›</a:t>
            </a:fld>
            <a:endParaRPr lang="en-US"/>
          </a:p>
        </p:txBody>
      </p:sp>
      <p:sp>
        <p:nvSpPr>
          <p:cNvPr id="15" name="Picture Placeholder 2" descr="Five individuals seated in a conference room engage in discussion.">
            <a:extLst>
              <a:ext uri="{FF2B5EF4-FFF2-40B4-BE49-F238E27FC236}">
                <a16:creationId xmlns:a16="http://schemas.microsoft.com/office/drawing/2014/main" id="{8E7A18E8-856B-48C1-A5A0-7ACC25E8031E}"/>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7">
            <a:extLst>
              <a:ext uri="{FF2B5EF4-FFF2-40B4-BE49-F238E27FC236}">
                <a16:creationId xmlns:a16="http://schemas.microsoft.com/office/drawing/2014/main" id="{B308BD4E-524E-4A40-BA60-EB74D6EEF7E9}"/>
              </a:ext>
            </a:extLst>
          </p:cNvPr>
          <p:cNvSpPr/>
          <p:nvPr userDrawn="1"/>
        </p:nvSpPr>
        <p:spPr>
          <a:xfrm rot="5400000">
            <a:off x="23147" y="-23146"/>
            <a:ext cx="1127885" cy="1174176"/>
          </a:xfrm>
          <a:custGeom>
            <a:avLst/>
            <a:gdLst>
              <a:gd name="connsiteX0" fmla="*/ 0 w 1127885"/>
              <a:gd name="connsiteY0" fmla="*/ 0 h 1174176"/>
              <a:gd name="connsiteX1" fmla="*/ 1127885 w 1127885"/>
              <a:gd name="connsiteY1" fmla="*/ 0 h 1174176"/>
              <a:gd name="connsiteX2" fmla="*/ 1127885 w 1127885"/>
              <a:gd name="connsiteY2" fmla="*/ 1174176 h 1174176"/>
              <a:gd name="connsiteX3" fmla="*/ 0 w 1127885"/>
              <a:gd name="connsiteY3" fmla="*/ 1174176 h 1174176"/>
              <a:gd name="connsiteX4" fmla="*/ 0 w 1127885"/>
              <a:gd name="connsiteY4" fmla="*/ 0 h 1174176"/>
              <a:gd name="connsiteX0" fmla="*/ 0 w 1127885"/>
              <a:gd name="connsiteY0" fmla="*/ 0 h 1174176"/>
              <a:gd name="connsiteX1" fmla="*/ 1127885 w 1127885"/>
              <a:gd name="connsiteY1" fmla="*/ 1174176 h 1174176"/>
              <a:gd name="connsiteX2" fmla="*/ 0 w 1127885"/>
              <a:gd name="connsiteY2" fmla="*/ 1174176 h 1174176"/>
              <a:gd name="connsiteX3" fmla="*/ 0 w 1127885"/>
              <a:gd name="connsiteY3" fmla="*/ 0 h 1174176"/>
            </a:gdLst>
            <a:ahLst/>
            <a:cxnLst>
              <a:cxn ang="0">
                <a:pos x="connsiteX0" y="connsiteY0"/>
              </a:cxn>
              <a:cxn ang="0">
                <a:pos x="connsiteX1" y="connsiteY1"/>
              </a:cxn>
              <a:cxn ang="0">
                <a:pos x="connsiteX2" y="connsiteY2"/>
              </a:cxn>
              <a:cxn ang="0">
                <a:pos x="connsiteX3" y="connsiteY3"/>
              </a:cxn>
            </a:cxnLst>
            <a:rect l="l" t="t" r="r" b="b"/>
            <a:pathLst>
              <a:path w="1127885" h="1174176">
                <a:moveTo>
                  <a:pt x="0" y="0"/>
                </a:moveTo>
                <a:lnTo>
                  <a:pt x="1127885" y="1174176"/>
                </a:lnTo>
                <a:lnTo>
                  <a:pt x="0" y="1174176"/>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5">
            <a:extLst>
              <a:ext uri="{FF2B5EF4-FFF2-40B4-BE49-F238E27FC236}">
                <a16:creationId xmlns:a16="http://schemas.microsoft.com/office/drawing/2014/main" id="{F752137A-7F1B-464F-B451-C1E10200C14F}"/>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07AC0E8-8703-4863-A5A3-C74FE123FDDF}"/>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0" name="Rectangle 6">
            <a:extLst>
              <a:ext uri="{FF2B5EF4-FFF2-40B4-BE49-F238E27FC236}">
                <a16:creationId xmlns:a16="http://schemas.microsoft.com/office/drawing/2014/main" id="{2DAC733B-E348-4939-BD2B-179AC99BBC97}"/>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3">
            <a:extLst>
              <a:ext uri="{FF2B5EF4-FFF2-40B4-BE49-F238E27FC236}">
                <a16:creationId xmlns:a16="http://schemas.microsoft.com/office/drawing/2014/main" id="{B78D7837-DA7B-4BFD-B780-B81D5E40FFC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690112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a_Banne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736252" y="2361443"/>
            <a:ext cx="10578436" cy="706221"/>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736252" y="3230123"/>
            <a:ext cx="10578436" cy="2825864"/>
          </a:xfrm>
        </p:spPr>
        <p:txBody>
          <a:bodyPr/>
          <a:lstStyle>
            <a:lvl1pPr>
              <a:defRPr/>
            </a:lvl1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55987"/>
            <a:ext cx="508748" cy="538386"/>
          </a:xfrm>
        </p:spPr>
        <p:txBody>
          <a:bodyPr lIns="0" tIns="0" rIns="0" bIns="0" anchor="b"/>
          <a:lstStyle/>
          <a:p>
            <a:fld id="{CD6D25CF-0D6E-4844-B79B-06FF722D38A1}" type="slidenum">
              <a:rPr lang="en-US" smtClean="0"/>
              <a:t>‹#›</a:t>
            </a:fld>
            <a:endParaRPr lang="en-US" dirty="0"/>
          </a:p>
        </p:txBody>
      </p:sp>
      <p:sp>
        <p:nvSpPr>
          <p:cNvPr id="15" name="Picture Placeholder 2" descr="Five individuals seated in a conference room engage in discussion.">
            <a:extLst>
              <a:ext uri="{FF2B5EF4-FFF2-40B4-BE49-F238E27FC236}">
                <a16:creationId xmlns:a16="http://schemas.microsoft.com/office/drawing/2014/main" id="{3261182A-6FCF-40EC-A0A5-8725156EFD76}"/>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5">
            <a:extLst>
              <a:ext uri="{FF2B5EF4-FFF2-40B4-BE49-F238E27FC236}">
                <a16:creationId xmlns:a16="http://schemas.microsoft.com/office/drawing/2014/main" id="{7CD9DA23-A635-48EC-8E28-356B8DF3963E}"/>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6">
            <a:extLst>
              <a:ext uri="{FF2B5EF4-FFF2-40B4-BE49-F238E27FC236}">
                <a16:creationId xmlns:a16="http://schemas.microsoft.com/office/drawing/2014/main" id="{0F4FA6C2-BB71-468B-B83D-C8468786988E}"/>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8F348944-0B6D-44EE-B358-45309B8B666A}"/>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E8D05099-1EAB-455D-8428-DB43B2BE91B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881989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b_Banner Photo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736252" y="2342050"/>
            <a:ext cx="10578435" cy="75895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736252" y="3313880"/>
            <a:ext cx="5105372" cy="2739448"/>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50373" y="3313880"/>
            <a:ext cx="4964313" cy="2739448"/>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53328"/>
            <a:ext cx="508748" cy="541045"/>
          </a:xfrm>
        </p:spPr>
        <p:txBody>
          <a:bodyPr lIns="0" tIns="0" rIns="0" bIns="0" anchor="b"/>
          <a:lstStyle/>
          <a:p>
            <a:fld id="{CD6D25CF-0D6E-4844-B79B-06FF722D38A1}" type="slidenum">
              <a:rPr lang="en-US" smtClean="0"/>
              <a:t>‹#›</a:t>
            </a:fld>
            <a:endParaRPr lang="en-US"/>
          </a:p>
        </p:txBody>
      </p:sp>
      <p:sp>
        <p:nvSpPr>
          <p:cNvPr id="15" name="Picture Placeholder 2" descr="Five individuals seated in a conference room engage in discussion.">
            <a:extLst>
              <a:ext uri="{FF2B5EF4-FFF2-40B4-BE49-F238E27FC236}">
                <a16:creationId xmlns:a16="http://schemas.microsoft.com/office/drawing/2014/main" id="{B775B69C-C31A-4DE2-AC9C-6D201B6EE6A3}"/>
              </a:ext>
            </a:extLst>
          </p:cNvPr>
          <p:cNvSpPr>
            <a:spLocks noGrp="1"/>
          </p:cNvSpPr>
          <p:nvPr>
            <p:ph type="pic" sz="quarter" idx="14"/>
          </p:nvPr>
        </p:nvSpPr>
        <p:spPr>
          <a:xfrm>
            <a:off x="-1" y="-1588"/>
            <a:ext cx="12202325" cy="2064381"/>
          </a:xfrm>
          <a:custGeom>
            <a:avLst/>
            <a:gdLst>
              <a:gd name="connsiteX0" fmla="*/ 1031397 w 12203912"/>
              <a:gd name="connsiteY0" fmla="*/ 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031397 h 2062794"/>
              <a:gd name="connsiteX8" fmla="*/ 1031397 w 12203912"/>
              <a:gd name="connsiteY8" fmla="*/ 0 h 2062794"/>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046553 h 2077950"/>
              <a:gd name="connsiteX8" fmla="*/ 1172851 w 12203912"/>
              <a:gd name="connsiteY8" fmla="*/ 0 h 2077950"/>
              <a:gd name="connsiteX0" fmla="*/ 1172851 w 12203912"/>
              <a:gd name="connsiteY0" fmla="*/ 0 h 2077950"/>
              <a:gd name="connsiteX1" fmla="*/ 12203912 w 12203912"/>
              <a:gd name="connsiteY1" fmla="*/ 15156 h 2077950"/>
              <a:gd name="connsiteX2" fmla="*/ 12203912 w 12203912"/>
              <a:gd name="connsiteY2" fmla="*/ 15156 h 2077950"/>
              <a:gd name="connsiteX3" fmla="*/ 12203912 w 12203912"/>
              <a:gd name="connsiteY3" fmla="*/ 1046553 h 2077950"/>
              <a:gd name="connsiteX4" fmla="*/ 11172515 w 12203912"/>
              <a:gd name="connsiteY4" fmla="*/ 2077950 h 2077950"/>
              <a:gd name="connsiteX5" fmla="*/ 0 w 12203912"/>
              <a:gd name="connsiteY5" fmla="*/ 2077950 h 2077950"/>
              <a:gd name="connsiteX6" fmla="*/ 0 w 12203912"/>
              <a:gd name="connsiteY6" fmla="*/ 2077950 h 2077950"/>
              <a:gd name="connsiteX7" fmla="*/ 0 w 12203912"/>
              <a:gd name="connsiteY7" fmla="*/ 1184665 h 2077950"/>
              <a:gd name="connsiteX8" fmla="*/ 1172851 w 12203912"/>
              <a:gd name="connsiteY8" fmla="*/ 0 h 2077950"/>
              <a:gd name="connsiteX0" fmla="*/ 1228413 w 12203912"/>
              <a:gd name="connsiteY0" fmla="*/ 75332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228413 w 12203912"/>
              <a:gd name="connsiteY8" fmla="*/ 75332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1172515 w 12203912"/>
              <a:gd name="connsiteY4" fmla="*/ 206279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454965 w 12203912"/>
              <a:gd name="connsiteY4" fmla="*/ 2061206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3912 w 12203912"/>
              <a:gd name="connsiteY3" fmla="*/ 1031397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2202325 w 12203912"/>
              <a:gd name="connsiteY3" fmla="*/ 556734 h 2062794"/>
              <a:gd name="connsiteX4" fmla="*/ 10054915 w 12203912"/>
              <a:gd name="connsiteY4" fmla="*/ 2056444 h 2062794"/>
              <a:gd name="connsiteX5" fmla="*/ 0 w 12203912"/>
              <a:gd name="connsiteY5" fmla="*/ 2062794 h 2062794"/>
              <a:gd name="connsiteX6" fmla="*/ 0 w 12203912"/>
              <a:gd name="connsiteY6" fmla="*/ 2062794 h 2062794"/>
              <a:gd name="connsiteX7" fmla="*/ 0 w 12203912"/>
              <a:gd name="connsiteY7" fmla="*/ 1169509 h 2062794"/>
              <a:gd name="connsiteX8" fmla="*/ 1169675 w 12203912"/>
              <a:gd name="connsiteY8" fmla="*/ 720 h 2062794"/>
              <a:gd name="connsiteX0" fmla="*/ 1169675 w 12203912"/>
              <a:gd name="connsiteY0" fmla="*/ 720 h 2062794"/>
              <a:gd name="connsiteX1" fmla="*/ 12203912 w 12203912"/>
              <a:gd name="connsiteY1" fmla="*/ 0 h 2062794"/>
              <a:gd name="connsiteX2" fmla="*/ 12203912 w 12203912"/>
              <a:gd name="connsiteY2" fmla="*/ 0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2194387 w 12203912"/>
              <a:gd name="connsiteY2" fmla="*/ 163513 h 2062794"/>
              <a:gd name="connsiteX3" fmla="*/ 10054915 w 12203912"/>
              <a:gd name="connsiteY3" fmla="*/ 2056444 h 2062794"/>
              <a:gd name="connsiteX4" fmla="*/ 0 w 12203912"/>
              <a:gd name="connsiteY4" fmla="*/ 2062794 h 2062794"/>
              <a:gd name="connsiteX5" fmla="*/ 0 w 12203912"/>
              <a:gd name="connsiteY5" fmla="*/ 2062794 h 2062794"/>
              <a:gd name="connsiteX6" fmla="*/ 0 w 12203912"/>
              <a:gd name="connsiteY6" fmla="*/ 1169509 h 2062794"/>
              <a:gd name="connsiteX7" fmla="*/ 1169675 w 12203912"/>
              <a:gd name="connsiteY7" fmla="*/ 720 h 2062794"/>
              <a:gd name="connsiteX0" fmla="*/ 1169675 w 12203912"/>
              <a:gd name="connsiteY0" fmla="*/ 720 h 2062794"/>
              <a:gd name="connsiteX1" fmla="*/ 12203912 w 12203912"/>
              <a:gd name="connsiteY1" fmla="*/ 0 h 2062794"/>
              <a:gd name="connsiteX2" fmla="*/ 10054915 w 12203912"/>
              <a:gd name="connsiteY2" fmla="*/ 2056444 h 2062794"/>
              <a:gd name="connsiteX3" fmla="*/ 0 w 12203912"/>
              <a:gd name="connsiteY3" fmla="*/ 2062794 h 2062794"/>
              <a:gd name="connsiteX4" fmla="*/ 0 w 12203912"/>
              <a:gd name="connsiteY4" fmla="*/ 2062794 h 2062794"/>
              <a:gd name="connsiteX5" fmla="*/ 0 w 12203912"/>
              <a:gd name="connsiteY5" fmla="*/ 1169509 h 2062794"/>
              <a:gd name="connsiteX6" fmla="*/ 1169675 w 12203912"/>
              <a:gd name="connsiteY6" fmla="*/ 720 h 2062794"/>
              <a:gd name="connsiteX0" fmla="*/ 1169675 w 11992775"/>
              <a:gd name="connsiteY0" fmla="*/ 0 h 2062074"/>
              <a:gd name="connsiteX1" fmla="*/ 11992775 w 11992775"/>
              <a:gd name="connsiteY1" fmla="*/ 2455 h 2062074"/>
              <a:gd name="connsiteX2" fmla="*/ 10054915 w 11992775"/>
              <a:gd name="connsiteY2" fmla="*/ 2055724 h 2062074"/>
              <a:gd name="connsiteX3" fmla="*/ 0 w 11992775"/>
              <a:gd name="connsiteY3" fmla="*/ 2062074 h 2062074"/>
              <a:gd name="connsiteX4" fmla="*/ 0 w 11992775"/>
              <a:gd name="connsiteY4" fmla="*/ 2062074 h 2062074"/>
              <a:gd name="connsiteX5" fmla="*/ 0 w 11992775"/>
              <a:gd name="connsiteY5" fmla="*/ 1168789 h 2062074"/>
              <a:gd name="connsiteX6" fmla="*/ 1169675 w 11992775"/>
              <a:gd name="connsiteY6" fmla="*/ 0 h 2062074"/>
              <a:gd name="connsiteX0" fmla="*/ 1169675 w 12202325"/>
              <a:gd name="connsiteY0" fmla="*/ 2307 h 2064381"/>
              <a:gd name="connsiteX1" fmla="*/ 12202325 w 12202325"/>
              <a:gd name="connsiteY1" fmla="*/ 0 h 2064381"/>
              <a:gd name="connsiteX2" fmla="*/ 10054915 w 12202325"/>
              <a:gd name="connsiteY2" fmla="*/ 2058031 h 2064381"/>
              <a:gd name="connsiteX3" fmla="*/ 0 w 12202325"/>
              <a:gd name="connsiteY3" fmla="*/ 2064381 h 2064381"/>
              <a:gd name="connsiteX4" fmla="*/ 0 w 12202325"/>
              <a:gd name="connsiteY4" fmla="*/ 2064381 h 2064381"/>
              <a:gd name="connsiteX5" fmla="*/ 0 w 12202325"/>
              <a:gd name="connsiteY5" fmla="*/ 1171096 h 2064381"/>
              <a:gd name="connsiteX6" fmla="*/ 1169675 w 12202325"/>
              <a:gd name="connsiteY6" fmla="*/ 2307 h 2064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325" h="2064381">
                <a:moveTo>
                  <a:pt x="1169675" y="2307"/>
                </a:moveTo>
                <a:lnTo>
                  <a:pt x="12202325" y="0"/>
                </a:lnTo>
                <a:lnTo>
                  <a:pt x="10054915" y="2058031"/>
                </a:lnTo>
                <a:lnTo>
                  <a:pt x="0" y="2064381"/>
                </a:lnTo>
                <a:lnTo>
                  <a:pt x="0" y="2064381"/>
                </a:lnTo>
                <a:lnTo>
                  <a:pt x="0" y="1171096"/>
                </a:lnTo>
                <a:lnTo>
                  <a:pt x="1169675" y="2307"/>
                </a:lnTo>
                <a:close/>
              </a:path>
            </a:pathLst>
          </a:custGeom>
          <a:blipFill>
            <a:blip r:embed="rId2"/>
            <a:srcRect/>
            <a:stretch>
              <a:fillRect l="-754" r="-754"/>
            </a:stretch>
          </a:blipFill>
        </p:spPr>
        <p:txBody>
          <a:bodyPr/>
          <a:lstStyle>
            <a:lvl1pPr marL="0" indent="0" algn="ctr">
              <a:buFontTx/>
              <a:buNone/>
              <a:defRPr sz="1000">
                <a:solidFill>
                  <a:schemeClr val="accent6"/>
                </a:solidFill>
              </a:defRPr>
            </a:lvl1pPr>
          </a:lstStyle>
          <a:p>
            <a:r>
              <a:rPr lang="en-US"/>
              <a:t>Click icon to add picture</a:t>
            </a:r>
            <a:endParaRPr lang="en-US" dirty="0"/>
          </a:p>
        </p:txBody>
      </p:sp>
      <p:sp>
        <p:nvSpPr>
          <p:cNvPr id="16" name="Rectangle 5">
            <a:extLst>
              <a:ext uri="{FF2B5EF4-FFF2-40B4-BE49-F238E27FC236}">
                <a16:creationId xmlns:a16="http://schemas.microsoft.com/office/drawing/2014/main" id="{B449E3AC-4614-4991-AEFB-FB34DB3556CD}"/>
              </a:ext>
            </a:extLst>
          </p:cNvPr>
          <p:cNvSpPr/>
          <p:nvPr userDrawn="1"/>
        </p:nvSpPr>
        <p:spPr>
          <a:xfrm rot="16200000">
            <a:off x="10100636" y="-47785"/>
            <a:ext cx="2058094" cy="2142564"/>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6">
            <a:extLst>
              <a:ext uri="{FF2B5EF4-FFF2-40B4-BE49-F238E27FC236}">
                <a16:creationId xmlns:a16="http://schemas.microsoft.com/office/drawing/2014/main" id="{F936582A-637E-459A-A5D1-121BF4A8DED4}"/>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31272A56-A539-43D2-A47B-AE3F8EC33411}"/>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1" name="Picture 13">
            <a:extLst>
              <a:ext uri="{FF2B5EF4-FFF2-40B4-BE49-F238E27FC236}">
                <a16:creationId xmlns:a16="http://schemas.microsoft.com/office/drawing/2014/main" id="{087F5EBE-4776-4D66-A129-D1E14629F79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74995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c_Sideba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30087" y="283464"/>
            <a:ext cx="8084600"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30088" y="1517904"/>
            <a:ext cx="8084599"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85840"/>
            <a:ext cx="508749" cy="508533"/>
          </a:xfrm>
        </p:spPr>
        <p:txBody>
          <a:bodyPr lIns="0" tIns="0" rIns="0" bIns="0" anchor="b"/>
          <a:lstStyle/>
          <a:p>
            <a:fld id="{CD6D25CF-0D6E-4844-B79B-06FF722D38A1}" type="slidenum">
              <a:rPr lang="en-US" smtClean="0"/>
              <a:t>‹#›</a:t>
            </a:fld>
            <a:endParaRPr lang="en-US"/>
          </a:p>
        </p:txBody>
      </p:sp>
      <p:sp>
        <p:nvSpPr>
          <p:cNvPr id="15" name="Picture Placeholder 3" descr="Several individuals document a process using post-it notes and large sheets of paper taped to a wall.">
            <a:extLst>
              <a:ext uri="{FF2B5EF4-FFF2-40B4-BE49-F238E27FC236}">
                <a16:creationId xmlns:a16="http://schemas.microsoft.com/office/drawing/2014/main" id="{2C7FF25B-7F50-4D23-80D9-60D21D47C192}"/>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cstate="screen">
              <a:extLst>
                <a:ext uri="{28A0092B-C50C-407E-A947-70E740481C1C}">
                  <a14:useLocalDpi xmlns:a14="http://schemas.microsoft.com/office/drawing/2010/main"/>
                </a:ext>
              </a:extLst>
            </a:blip>
            <a:srcRect/>
            <a:stretch>
              <a:fillRect/>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16" name="Rectangle 11">
            <a:extLst>
              <a:ext uri="{FF2B5EF4-FFF2-40B4-BE49-F238E27FC236}">
                <a16:creationId xmlns:a16="http://schemas.microsoft.com/office/drawing/2014/main" id="{A54B65CF-3E9B-491C-AACA-BBC7F5C4AA6C}"/>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7">
            <a:extLst>
              <a:ext uri="{FF2B5EF4-FFF2-40B4-BE49-F238E27FC236}">
                <a16:creationId xmlns:a16="http://schemas.microsoft.com/office/drawing/2014/main" id="{C3674737-51EF-4D01-A3DB-81C050646B76}"/>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52DCCA95-EC6D-4994-A42E-183C218EF9B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D96A5B5B-93ED-4C69-968C-5C309B3D745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4177297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d_Sidebar Photo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28478" y="283464"/>
            <a:ext cx="8084601"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28478" y="1517904"/>
            <a:ext cx="8084601"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3079" y="6085840"/>
            <a:ext cx="510358" cy="508533"/>
          </a:xfrm>
        </p:spPr>
        <p:txBody>
          <a:bodyPr lIns="0" tIns="0" rIns="0" bIns="0" anchor="b"/>
          <a:lstStyle/>
          <a:p>
            <a:fld id="{CD6D25CF-0D6E-4844-B79B-06FF722D38A1}" type="slidenum">
              <a:rPr lang="en-US" smtClean="0"/>
              <a:t>‹#›</a:t>
            </a:fld>
            <a:endParaRPr lang="en-US" dirty="0"/>
          </a:p>
        </p:txBody>
      </p:sp>
      <p:sp>
        <p:nvSpPr>
          <p:cNvPr id="20" name="Picture Placeholder 3" descr="Several individuals document a process using post-it notes and large sheets of paper taped to a wall.">
            <a:extLst>
              <a:ext uri="{FF2B5EF4-FFF2-40B4-BE49-F238E27FC236}">
                <a16:creationId xmlns:a16="http://schemas.microsoft.com/office/drawing/2014/main" id="{9E8FB0E7-E9A9-4D9B-96B9-220167C50CA6}"/>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a:srcRect/>
            <a:stretch>
              <a:fillRect l="-27491" t="-41695" r="-14234" b="27"/>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21" name="Rectangle 11">
            <a:extLst>
              <a:ext uri="{FF2B5EF4-FFF2-40B4-BE49-F238E27FC236}">
                <a16:creationId xmlns:a16="http://schemas.microsoft.com/office/drawing/2014/main" id="{207B823A-0687-4E3E-B458-BBE7F12312D3}"/>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17">
            <a:extLst>
              <a:ext uri="{FF2B5EF4-FFF2-40B4-BE49-F238E27FC236}">
                <a16:creationId xmlns:a16="http://schemas.microsoft.com/office/drawing/2014/main" id="{8F642579-6739-4A70-A52C-8899C441E2B4}"/>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285A58C3-1C28-49D5-B41D-16D4149306E1}"/>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08CCC186-63FA-4604-9AAD-7CE65C328C7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832619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e_Sidebar Photo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3225261" y="283464"/>
            <a:ext cx="8087818" cy="1124712"/>
          </a:xfrm>
        </p:spPr>
        <p:txBody>
          <a:bodyPr lIns="0" tIns="0" rIns="0" bIns="0"/>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3225260" y="1517904"/>
            <a:ext cx="3787926"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7523544" y="1517904"/>
            <a:ext cx="3789534" cy="428853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3078" y="6066002"/>
            <a:ext cx="508749" cy="508534"/>
          </a:xfrm>
        </p:spPr>
        <p:txBody>
          <a:bodyPr lIns="0" tIns="0" rIns="0" bIns="0" anchor="b"/>
          <a:lstStyle/>
          <a:p>
            <a:fld id="{CD6D25CF-0D6E-4844-B79B-06FF722D38A1}" type="slidenum">
              <a:rPr lang="en-US" smtClean="0"/>
              <a:t>‹#›</a:t>
            </a:fld>
            <a:endParaRPr lang="en-US"/>
          </a:p>
        </p:txBody>
      </p:sp>
      <p:sp>
        <p:nvSpPr>
          <p:cNvPr id="11" name="Picture Placeholder 3" descr="Several individuals document a process using post-it notes and large sheets of paper taped to a wall.">
            <a:extLst>
              <a:ext uri="{FF2B5EF4-FFF2-40B4-BE49-F238E27FC236}">
                <a16:creationId xmlns:a16="http://schemas.microsoft.com/office/drawing/2014/main" id="{E9491CBB-1188-4043-AE59-FDB2520EA3E6}"/>
              </a:ext>
            </a:extLst>
          </p:cNvPr>
          <p:cNvSpPr>
            <a:spLocks noGrp="1"/>
          </p:cNvSpPr>
          <p:nvPr>
            <p:ph type="pic" sz="quarter" idx="14"/>
          </p:nvPr>
        </p:nvSpPr>
        <p:spPr>
          <a:xfrm>
            <a:off x="-1609" y="-178"/>
            <a:ext cx="2631213" cy="6860003"/>
          </a:xfrm>
          <a:custGeom>
            <a:avLst/>
            <a:gdLst>
              <a:gd name="connsiteX0" fmla="*/ 0 w 2628900"/>
              <a:gd name="connsiteY0" fmla="*/ 0 h 6858000"/>
              <a:gd name="connsiteX1" fmla="*/ 2628900 w 2628900"/>
              <a:gd name="connsiteY1" fmla="*/ 0 h 6858000"/>
              <a:gd name="connsiteX2" fmla="*/ 2628900 w 2628900"/>
              <a:gd name="connsiteY2" fmla="*/ 6858000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0 w 2628900"/>
              <a:gd name="connsiteY3" fmla="*/ 6858000 h 6858000"/>
              <a:gd name="connsiteX4" fmla="*/ 0 w 2628900"/>
              <a:gd name="connsiteY4" fmla="*/ 0 h 6858000"/>
              <a:gd name="connsiteX0" fmla="*/ 0 w 2628900"/>
              <a:gd name="connsiteY0" fmla="*/ 0 h 6858000"/>
              <a:gd name="connsiteX1" fmla="*/ 2628900 w 2628900"/>
              <a:gd name="connsiteY1" fmla="*/ 0 h 6858000"/>
              <a:gd name="connsiteX2" fmla="*/ 2628900 w 2628900"/>
              <a:gd name="connsiteY2" fmla="*/ 5104014 h 6858000"/>
              <a:gd name="connsiteX3" fmla="*/ 698269 w 2628900"/>
              <a:gd name="connsiteY3" fmla="*/ 6392487 h 6858000"/>
              <a:gd name="connsiteX4" fmla="*/ 0 w 2628900"/>
              <a:gd name="connsiteY4" fmla="*/ 6858000 h 6858000"/>
              <a:gd name="connsiteX5" fmla="*/ 0 w 2628900"/>
              <a:gd name="connsiteY5" fmla="*/ 0 h 6858000"/>
              <a:gd name="connsiteX0" fmla="*/ 0 w 2628900"/>
              <a:gd name="connsiteY0" fmla="*/ 0 h 6874626"/>
              <a:gd name="connsiteX1" fmla="*/ 2628900 w 2628900"/>
              <a:gd name="connsiteY1" fmla="*/ 0 h 6874626"/>
              <a:gd name="connsiteX2" fmla="*/ 2628900 w 2628900"/>
              <a:gd name="connsiteY2" fmla="*/ 5104014 h 6874626"/>
              <a:gd name="connsiteX3" fmla="*/ 748145 w 2628900"/>
              <a:gd name="connsiteY3" fmla="*/ 6874626 h 6874626"/>
              <a:gd name="connsiteX4" fmla="*/ 0 w 2628900"/>
              <a:gd name="connsiteY4" fmla="*/ 6858000 h 6874626"/>
              <a:gd name="connsiteX5" fmla="*/ 0 w 2628900"/>
              <a:gd name="connsiteY5" fmla="*/ 0 h 6874626"/>
              <a:gd name="connsiteX0" fmla="*/ 0 w 2637212"/>
              <a:gd name="connsiteY0" fmla="*/ 1113905 h 6874626"/>
              <a:gd name="connsiteX1" fmla="*/ 2637212 w 2637212"/>
              <a:gd name="connsiteY1" fmla="*/ 0 h 6874626"/>
              <a:gd name="connsiteX2" fmla="*/ 2637212 w 2637212"/>
              <a:gd name="connsiteY2" fmla="*/ 5104014 h 6874626"/>
              <a:gd name="connsiteX3" fmla="*/ 756457 w 2637212"/>
              <a:gd name="connsiteY3" fmla="*/ 6874626 h 6874626"/>
              <a:gd name="connsiteX4" fmla="*/ 8312 w 2637212"/>
              <a:gd name="connsiteY4" fmla="*/ 6858000 h 6874626"/>
              <a:gd name="connsiteX5" fmla="*/ 0 w 2637212"/>
              <a:gd name="connsiteY5" fmla="*/ 1113905 h 6874626"/>
              <a:gd name="connsiteX0" fmla="*/ 0 w 2637212"/>
              <a:gd name="connsiteY0" fmla="*/ 1113905 h 6874626"/>
              <a:gd name="connsiteX1" fmla="*/ 1695796 w 2637212"/>
              <a:gd name="connsiteY1" fmla="*/ 382385 h 6874626"/>
              <a:gd name="connsiteX2" fmla="*/ 2637212 w 2637212"/>
              <a:gd name="connsiteY2" fmla="*/ 0 h 6874626"/>
              <a:gd name="connsiteX3" fmla="*/ 2637212 w 2637212"/>
              <a:gd name="connsiteY3" fmla="*/ 5104014 h 6874626"/>
              <a:gd name="connsiteX4" fmla="*/ 756457 w 2637212"/>
              <a:gd name="connsiteY4" fmla="*/ 6874626 h 6874626"/>
              <a:gd name="connsiteX5" fmla="*/ 8312 w 2637212"/>
              <a:gd name="connsiteY5" fmla="*/ 6858000 h 6874626"/>
              <a:gd name="connsiteX6" fmla="*/ 0 w 2637212"/>
              <a:gd name="connsiteY6" fmla="*/ 1113905 h 6874626"/>
              <a:gd name="connsiteX0" fmla="*/ 0 w 2637212"/>
              <a:gd name="connsiteY0" fmla="*/ 1122218 h 6882939"/>
              <a:gd name="connsiteX1" fmla="*/ 1188720 w 2637212"/>
              <a:gd name="connsiteY1" fmla="*/ 0 h 6882939"/>
              <a:gd name="connsiteX2" fmla="*/ 2637212 w 2637212"/>
              <a:gd name="connsiteY2" fmla="*/ 8313 h 6882939"/>
              <a:gd name="connsiteX3" fmla="*/ 2637212 w 2637212"/>
              <a:gd name="connsiteY3" fmla="*/ 5112327 h 6882939"/>
              <a:gd name="connsiteX4" fmla="*/ 756457 w 2637212"/>
              <a:gd name="connsiteY4" fmla="*/ 6882939 h 6882939"/>
              <a:gd name="connsiteX5" fmla="*/ 8312 w 2637212"/>
              <a:gd name="connsiteY5" fmla="*/ 6866313 h 6882939"/>
              <a:gd name="connsiteX6" fmla="*/ 0 w 2637212"/>
              <a:gd name="connsiteY6" fmla="*/ 1122218 h 6882939"/>
              <a:gd name="connsiteX0" fmla="*/ 0 w 2646838"/>
              <a:gd name="connsiteY0" fmla="*/ 1122218 h 6882939"/>
              <a:gd name="connsiteX1" fmla="*/ 1188720 w 2646838"/>
              <a:gd name="connsiteY1" fmla="*/ 0 h 6882939"/>
              <a:gd name="connsiteX2" fmla="*/ 2637212 w 2646838"/>
              <a:gd name="connsiteY2" fmla="*/ 8313 h 6882939"/>
              <a:gd name="connsiteX3" fmla="*/ 2646838 w 2646838"/>
              <a:gd name="connsiteY3" fmla="*/ 6864125 h 6882939"/>
              <a:gd name="connsiteX4" fmla="*/ 756457 w 2646838"/>
              <a:gd name="connsiteY4" fmla="*/ 6882939 h 6882939"/>
              <a:gd name="connsiteX5" fmla="*/ 8312 w 2646838"/>
              <a:gd name="connsiteY5" fmla="*/ 6866313 h 6882939"/>
              <a:gd name="connsiteX6" fmla="*/ 0 w 2646838"/>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767711 w 2658092"/>
              <a:gd name="connsiteY4" fmla="*/ 6882939 h 6882939"/>
              <a:gd name="connsiteX5" fmla="*/ 315 w 2658092"/>
              <a:gd name="connsiteY5" fmla="*/ 5740157 h 6882939"/>
              <a:gd name="connsiteX6" fmla="*/ 11254 w 2658092"/>
              <a:gd name="connsiteY6" fmla="*/ 1122218 h 6882939"/>
              <a:gd name="connsiteX0" fmla="*/ 11254 w 2658092"/>
              <a:gd name="connsiteY0" fmla="*/ 1122218 h 6882939"/>
              <a:gd name="connsiteX1" fmla="*/ 1199974 w 2658092"/>
              <a:gd name="connsiteY1" fmla="*/ 0 h 6882939"/>
              <a:gd name="connsiteX2" fmla="*/ 2648466 w 2658092"/>
              <a:gd name="connsiteY2" fmla="*/ 8313 h 6882939"/>
              <a:gd name="connsiteX3" fmla="*/ 2658092 w 2658092"/>
              <a:gd name="connsiteY3" fmla="*/ 6864125 h 6882939"/>
              <a:gd name="connsiteX4" fmla="*/ 1171973 w 2658092"/>
              <a:gd name="connsiteY4" fmla="*/ 6882939 h 6882939"/>
              <a:gd name="connsiteX5" fmla="*/ 315 w 2658092"/>
              <a:gd name="connsiteY5" fmla="*/ 5740157 h 6882939"/>
              <a:gd name="connsiteX6" fmla="*/ 11254 w 2658092"/>
              <a:gd name="connsiteY6" fmla="*/ 1122218 h 6882939"/>
              <a:gd name="connsiteX0" fmla="*/ 11254 w 2667717"/>
              <a:gd name="connsiteY0" fmla="*/ 1122218 h 6882939"/>
              <a:gd name="connsiteX1" fmla="*/ 1199974 w 2667717"/>
              <a:gd name="connsiteY1" fmla="*/ 0 h 6882939"/>
              <a:gd name="connsiteX2" fmla="*/ 2648466 w 2667717"/>
              <a:gd name="connsiteY2" fmla="*/ 8313 h 6882939"/>
              <a:gd name="connsiteX3" fmla="*/ 2667717 w 2667717"/>
              <a:gd name="connsiteY3" fmla="*/ 6873751 h 6882939"/>
              <a:gd name="connsiteX4" fmla="*/ 1171973 w 2667717"/>
              <a:gd name="connsiteY4" fmla="*/ 6882939 h 6882939"/>
              <a:gd name="connsiteX5" fmla="*/ 315 w 2667717"/>
              <a:gd name="connsiteY5" fmla="*/ 5740157 h 6882939"/>
              <a:gd name="connsiteX6" fmla="*/ 11254 w 2667717"/>
              <a:gd name="connsiteY6" fmla="*/ 1122218 h 6882939"/>
              <a:gd name="connsiteX0" fmla="*/ 11254 w 2667717"/>
              <a:gd name="connsiteY0" fmla="*/ 1113905 h 6874626"/>
              <a:gd name="connsiteX1" fmla="*/ 786088 w 2667717"/>
              <a:gd name="connsiteY1" fmla="*/ 10938 h 6874626"/>
              <a:gd name="connsiteX2" fmla="*/ 2648466 w 2667717"/>
              <a:gd name="connsiteY2" fmla="*/ 0 h 6874626"/>
              <a:gd name="connsiteX3" fmla="*/ 2667717 w 2667717"/>
              <a:gd name="connsiteY3" fmla="*/ 6865438 h 6874626"/>
              <a:gd name="connsiteX4" fmla="*/ 1171973 w 2667717"/>
              <a:gd name="connsiteY4" fmla="*/ 6874626 h 6874626"/>
              <a:gd name="connsiteX5" fmla="*/ 315 w 2667717"/>
              <a:gd name="connsiteY5" fmla="*/ 5731844 h 6874626"/>
              <a:gd name="connsiteX6" fmla="*/ 11254 w 2667717"/>
              <a:gd name="connsiteY6" fmla="*/ 1113905 h 6874626"/>
              <a:gd name="connsiteX0" fmla="*/ 20772 w 2667609"/>
              <a:gd name="connsiteY0" fmla="*/ 0 h 6906127"/>
              <a:gd name="connsiteX1" fmla="*/ 785980 w 2667609"/>
              <a:gd name="connsiteY1" fmla="*/ 42439 h 6906127"/>
              <a:gd name="connsiteX2" fmla="*/ 2648358 w 2667609"/>
              <a:gd name="connsiteY2" fmla="*/ 31501 h 6906127"/>
              <a:gd name="connsiteX3" fmla="*/ 2667609 w 2667609"/>
              <a:gd name="connsiteY3" fmla="*/ 6896939 h 6906127"/>
              <a:gd name="connsiteX4" fmla="*/ 1171865 w 2667609"/>
              <a:gd name="connsiteY4" fmla="*/ 6906127 h 6906127"/>
              <a:gd name="connsiteX5" fmla="*/ 207 w 2667609"/>
              <a:gd name="connsiteY5" fmla="*/ 5763345 h 6906127"/>
              <a:gd name="connsiteX6" fmla="*/ 20772 w 2667609"/>
              <a:gd name="connsiteY6" fmla="*/ 0 h 6906127"/>
              <a:gd name="connsiteX0" fmla="*/ 30344 w 2667556"/>
              <a:gd name="connsiteY0" fmla="*/ 0 h 6896502"/>
              <a:gd name="connsiteX1" fmla="*/ 785927 w 2667556"/>
              <a:gd name="connsiteY1" fmla="*/ 32814 h 6896502"/>
              <a:gd name="connsiteX2" fmla="*/ 2648305 w 2667556"/>
              <a:gd name="connsiteY2" fmla="*/ 21876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5687 h 6902189"/>
              <a:gd name="connsiteX1" fmla="*/ 824428 w 2667556"/>
              <a:gd name="connsiteY1" fmla="*/ 0 h 6902189"/>
              <a:gd name="connsiteX2" fmla="*/ 2648305 w 2667556"/>
              <a:gd name="connsiteY2" fmla="*/ 27563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5687 h 6902189"/>
              <a:gd name="connsiteX1" fmla="*/ 824428 w 2667556"/>
              <a:gd name="connsiteY1" fmla="*/ 0 h 6902189"/>
              <a:gd name="connsiteX2" fmla="*/ 2657930 w 2667556"/>
              <a:gd name="connsiteY2" fmla="*/ 1769736 h 6902189"/>
              <a:gd name="connsiteX3" fmla="*/ 2667556 w 2667556"/>
              <a:gd name="connsiteY3" fmla="*/ 6893001 h 6902189"/>
              <a:gd name="connsiteX4" fmla="*/ 1171812 w 2667556"/>
              <a:gd name="connsiteY4" fmla="*/ 6902189 h 6902189"/>
              <a:gd name="connsiteX5" fmla="*/ 154 w 2667556"/>
              <a:gd name="connsiteY5" fmla="*/ 5759407 h 6902189"/>
              <a:gd name="connsiteX6" fmla="*/ 30344 w 2667556"/>
              <a:gd name="connsiteY6" fmla="*/ 5687 h 6902189"/>
              <a:gd name="connsiteX0" fmla="*/ 30344 w 2667556"/>
              <a:gd name="connsiteY0" fmla="*/ 0 h 6896502"/>
              <a:gd name="connsiteX1" fmla="*/ 737801 w 2667556"/>
              <a:gd name="connsiteY1" fmla="*/ 13564 h 6896502"/>
              <a:gd name="connsiteX2" fmla="*/ 2657930 w 2667556"/>
              <a:gd name="connsiteY2" fmla="*/ 1764049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30344 w 2667556"/>
              <a:gd name="connsiteY0" fmla="*/ 0 h 6896502"/>
              <a:gd name="connsiteX1" fmla="*/ 737801 w 2667556"/>
              <a:gd name="connsiteY1" fmla="*/ 13564 h 6896502"/>
              <a:gd name="connsiteX2" fmla="*/ 2648305 w 2667556"/>
              <a:gd name="connsiteY2" fmla="*/ 1792924 h 6896502"/>
              <a:gd name="connsiteX3" fmla="*/ 2667556 w 2667556"/>
              <a:gd name="connsiteY3" fmla="*/ 6887314 h 6896502"/>
              <a:gd name="connsiteX4" fmla="*/ 1171812 w 2667556"/>
              <a:gd name="connsiteY4" fmla="*/ 6896502 h 6896502"/>
              <a:gd name="connsiteX5" fmla="*/ 154 w 2667556"/>
              <a:gd name="connsiteY5" fmla="*/ 5753720 h 6896502"/>
              <a:gd name="connsiteX6" fmla="*/ 30344 w 2667556"/>
              <a:gd name="connsiteY6" fmla="*/ 0 h 6896502"/>
              <a:gd name="connsiteX0" fmla="*/ 1988 w 2639200"/>
              <a:gd name="connsiteY0" fmla="*/ 0 h 6896502"/>
              <a:gd name="connsiteX1" fmla="*/ 709445 w 2639200"/>
              <a:gd name="connsiteY1" fmla="*/ 13564 h 6896502"/>
              <a:gd name="connsiteX2" fmla="*/ 2619949 w 2639200"/>
              <a:gd name="connsiteY2" fmla="*/ 1792924 h 6896502"/>
              <a:gd name="connsiteX3" fmla="*/ 2639200 w 2639200"/>
              <a:gd name="connsiteY3" fmla="*/ 6887314 h 6896502"/>
              <a:gd name="connsiteX4" fmla="*/ 1143456 w 2639200"/>
              <a:gd name="connsiteY4" fmla="*/ 6896502 h 6896502"/>
              <a:gd name="connsiteX5" fmla="*/ 674 w 2639200"/>
              <a:gd name="connsiteY5" fmla="*/ 6879876 h 6896502"/>
              <a:gd name="connsiteX6" fmla="*/ 1988 w 2639200"/>
              <a:gd name="connsiteY6" fmla="*/ 0 h 6896502"/>
              <a:gd name="connsiteX0" fmla="*/ 1988 w 2639200"/>
              <a:gd name="connsiteY0" fmla="*/ 0 h 6887314"/>
              <a:gd name="connsiteX1" fmla="*/ 709445 w 2639200"/>
              <a:gd name="connsiteY1" fmla="*/ 13564 h 6887314"/>
              <a:gd name="connsiteX2" fmla="*/ 2619949 w 2639200"/>
              <a:gd name="connsiteY2" fmla="*/ 1792924 h 6887314"/>
              <a:gd name="connsiteX3" fmla="*/ 2639200 w 2639200"/>
              <a:gd name="connsiteY3" fmla="*/ 6887314 h 6887314"/>
              <a:gd name="connsiteX4" fmla="*/ 796947 w 2639200"/>
              <a:gd name="connsiteY4" fmla="*/ 6886877 h 6887314"/>
              <a:gd name="connsiteX5" fmla="*/ 674 w 2639200"/>
              <a:gd name="connsiteY5" fmla="*/ 6879876 h 6887314"/>
              <a:gd name="connsiteX6" fmla="*/ 1988 w 2639200"/>
              <a:gd name="connsiteY6" fmla="*/ 0 h 6887314"/>
              <a:gd name="connsiteX0" fmla="*/ 1988 w 2639200"/>
              <a:gd name="connsiteY0" fmla="*/ 0 h 6886877"/>
              <a:gd name="connsiteX1" fmla="*/ 709445 w 2639200"/>
              <a:gd name="connsiteY1" fmla="*/ 13564 h 6886877"/>
              <a:gd name="connsiteX2" fmla="*/ 2619949 w 2639200"/>
              <a:gd name="connsiteY2" fmla="*/ 1792924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89253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39200"/>
              <a:gd name="connsiteY0" fmla="*/ 0 h 6886877"/>
              <a:gd name="connsiteX1" fmla="*/ 709445 w 2639200"/>
              <a:gd name="connsiteY1" fmla="*/ 13564 h 6886877"/>
              <a:gd name="connsiteX2" fmla="*/ 2600699 w 2639200"/>
              <a:gd name="connsiteY2" fmla="*/ 41127 h 6886877"/>
              <a:gd name="connsiteX3" fmla="*/ 2639200 w 2639200"/>
              <a:gd name="connsiteY3" fmla="*/ 5106640 h 6886877"/>
              <a:gd name="connsiteX4" fmla="*/ 796947 w 2639200"/>
              <a:gd name="connsiteY4" fmla="*/ 6886877 h 6886877"/>
              <a:gd name="connsiteX5" fmla="*/ 674 w 2639200"/>
              <a:gd name="connsiteY5" fmla="*/ 6879876 h 6886877"/>
              <a:gd name="connsiteX6" fmla="*/ 1988 w 2639200"/>
              <a:gd name="connsiteY6" fmla="*/ 0 h 6886877"/>
              <a:gd name="connsiteX0" fmla="*/ 1988 w 2648825"/>
              <a:gd name="connsiteY0" fmla="*/ 0 h 6886877"/>
              <a:gd name="connsiteX1" fmla="*/ 709445 w 2648825"/>
              <a:gd name="connsiteY1" fmla="*/ 13564 h 6886877"/>
              <a:gd name="connsiteX2" fmla="*/ 2600699 w 2648825"/>
              <a:gd name="connsiteY2" fmla="*/ 41127 h 6886877"/>
              <a:gd name="connsiteX3" fmla="*/ 2648825 w 2648825"/>
              <a:gd name="connsiteY3" fmla="*/ 5087389 h 6886877"/>
              <a:gd name="connsiteX4" fmla="*/ 796947 w 2648825"/>
              <a:gd name="connsiteY4" fmla="*/ 6886877 h 6886877"/>
              <a:gd name="connsiteX5" fmla="*/ 674 w 2648825"/>
              <a:gd name="connsiteY5" fmla="*/ 6879876 h 6886877"/>
              <a:gd name="connsiteX6" fmla="*/ 1988 w 2648825"/>
              <a:gd name="connsiteY6" fmla="*/ 0 h 6886877"/>
              <a:gd name="connsiteX0" fmla="*/ 1988 w 2648825"/>
              <a:gd name="connsiteY0" fmla="*/ 1189594 h 6873313"/>
              <a:gd name="connsiteX1" fmla="*/ 709445 w 2648825"/>
              <a:gd name="connsiteY1" fmla="*/ 0 h 6873313"/>
              <a:gd name="connsiteX2" fmla="*/ 2600699 w 2648825"/>
              <a:gd name="connsiteY2" fmla="*/ 27563 h 6873313"/>
              <a:gd name="connsiteX3" fmla="*/ 2648825 w 2648825"/>
              <a:gd name="connsiteY3" fmla="*/ 5073825 h 6873313"/>
              <a:gd name="connsiteX4" fmla="*/ 796947 w 2648825"/>
              <a:gd name="connsiteY4" fmla="*/ 6873313 h 6873313"/>
              <a:gd name="connsiteX5" fmla="*/ 674 w 2648825"/>
              <a:gd name="connsiteY5" fmla="*/ 6866312 h 6873313"/>
              <a:gd name="connsiteX6" fmla="*/ 1988 w 2648825"/>
              <a:gd name="connsiteY6" fmla="*/ 1189594 h 6873313"/>
              <a:gd name="connsiteX0" fmla="*/ 1988 w 2648825"/>
              <a:gd name="connsiteY0" fmla="*/ 1162031 h 6845750"/>
              <a:gd name="connsiteX1" fmla="*/ 1171458 w 2648825"/>
              <a:gd name="connsiteY1" fmla="*/ 1313 h 6845750"/>
              <a:gd name="connsiteX2" fmla="*/ 2600699 w 2648825"/>
              <a:gd name="connsiteY2" fmla="*/ 0 h 6845750"/>
              <a:gd name="connsiteX3" fmla="*/ 2648825 w 2648825"/>
              <a:gd name="connsiteY3" fmla="*/ 5046262 h 6845750"/>
              <a:gd name="connsiteX4" fmla="*/ 796947 w 2648825"/>
              <a:gd name="connsiteY4" fmla="*/ 6845750 h 6845750"/>
              <a:gd name="connsiteX5" fmla="*/ 674 w 2648825"/>
              <a:gd name="connsiteY5" fmla="*/ 6838749 h 6845750"/>
              <a:gd name="connsiteX6" fmla="*/ 1988 w 2648825"/>
              <a:gd name="connsiteY6" fmla="*/ 1162031 h 6845750"/>
              <a:gd name="connsiteX0" fmla="*/ 0 w 2646837"/>
              <a:gd name="connsiteY0" fmla="*/ 1162031 h 6845750"/>
              <a:gd name="connsiteX1" fmla="*/ 1169470 w 2646837"/>
              <a:gd name="connsiteY1" fmla="*/ 1313 h 6845750"/>
              <a:gd name="connsiteX2" fmla="*/ 2598711 w 2646837"/>
              <a:gd name="connsiteY2" fmla="*/ 0 h 6845750"/>
              <a:gd name="connsiteX3" fmla="*/ 2646837 w 2646837"/>
              <a:gd name="connsiteY3" fmla="*/ 5046262 h 6845750"/>
              <a:gd name="connsiteX4" fmla="*/ 794959 w 2646837"/>
              <a:gd name="connsiteY4" fmla="*/ 6845750 h 6845750"/>
              <a:gd name="connsiteX5" fmla="*/ 8311 w 2646837"/>
              <a:gd name="connsiteY5" fmla="*/ 6838749 h 6845750"/>
              <a:gd name="connsiteX6" fmla="*/ 0 w 2646837"/>
              <a:gd name="connsiteY6" fmla="*/ 1162031 h 6845750"/>
              <a:gd name="connsiteX0" fmla="*/ 0 w 2637211"/>
              <a:gd name="connsiteY0" fmla="*/ 1162031 h 6845750"/>
              <a:gd name="connsiteX1" fmla="*/ 1169470 w 2637211"/>
              <a:gd name="connsiteY1" fmla="*/ 1313 h 6845750"/>
              <a:gd name="connsiteX2" fmla="*/ 2598711 w 2637211"/>
              <a:gd name="connsiteY2" fmla="*/ 0 h 6845750"/>
              <a:gd name="connsiteX3" fmla="*/ 2637211 w 2637211"/>
              <a:gd name="connsiteY3" fmla="*/ 5017386 h 6845750"/>
              <a:gd name="connsiteX4" fmla="*/ 794959 w 2637211"/>
              <a:gd name="connsiteY4" fmla="*/ 6845750 h 6845750"/>
              <a:gd name="connsiteX5" fmla="*/ 8311 w 2637211"/>
              <a:gd name="connsiteY5" fmla="*/ 6838749 h 6845750"/>
              <a:gd name="connsiteX6" fmla="*/ 0 w 2637211"/>
              <a:gd name="connsiteY6" fmla="*/ 1162031 h 6845750"/>
              <a:gd name="connsiteX0" fmla="*/ 0 w 2656461"/>
              <a:gd name="connsiteY0" fmla="*/ 1162031 h 6845750"/>
              <a:gd name="connsiteX1" fmla="*/ 1169470 w 2656461"/>
              <a:gd name="connsiteY1" fmla="*/ 1313 h 6845750"/>
              <a:gd name="connsiteX2" fmla="*/ 2598711 w 2656461"/>
              <a:gd name="connsiteY2" fmla="*/ 0 h 6845750"/>
              <a:gd name="connsiteX3" fmla="*/ 2656461 w 2656461"/>
              <a:gd name="connsiteY3" fmla="*/ 5017386 h 6845750"/>
              <a:gd name="connsiteX4" fmla="*/ 794959 w 2656461"/>
              <a:gd name="connsiteY4" fmla="*/ 6845750 h 6845750"/>
              <a:gd name="connsiteX5" fmla="*/ 8311 w 2656461"/>
              <a:gd name="connsiteY5" fmla="*/ 6838749 h 6845750"/>
              <a:gd name="connsiteX6" fmla="*/ 0 w 2656461"/>
              <a:gd name="connsiteY6" fmla="*/ 1162031 h 6845750"/>
              <a:gd name="connsiteX0" fmla="*/ 0 w 2656461"/>
              <a:gd name="connsiteY0" fmla="*/ 1200533 h 6884252"/>
              <a:gd name="connsiteX1" fmla="*/ 1169470 w 2656461"/>
              <a:gd name="connsiteY1" fmla="*/ 39815 h 6884252"/>
              <a:gd name="connsiteX2" fmla="*/ 2627586 w 2656461"/>
              <a:gd name="connsiteY2" fmla="*/ 0 h 6884252"/>
              <a:gd name="connsiteX3" fmla="*/ 2656461 w 2656461"/>
              <a:gd name="connsiteY3" fmla="*/ 5055888 h 6884252"/>
              <a:gd name="connsiteX4" fmla="*/ 794959 w 2656461"/>
              <a:gd name="connsiteY4" fmla="*/ 6884252 h 6884252"/>
              <a:gd name="connsiteX5" fmla="*/ 8311 w 2656461"/>
              <a:gd name="connsiteY5" fmla="*/ 6877251 h 6884252"/>
              <a:gd name="connsiteX6" fmla="*/ 0 w 2656461"/>
              <a:gd name="connsiteY6" fmla="*/ 1200533 h 6884252"/>
              <a:gd name="connsiteX0" fmla="*/ 0 w 2656461"/>
              <a:gd name="connsiteY0" fmla="*/ 1171657 h 6855376"/>
              <a:gd name="connsiteX1" fmla="*/ 1169470 w 2656461"/>
              <a:gd name="connsiteY1" fmla="*/ 10939 h 6855376"/>
              <a:gd name="connsiteX2" fmla="*/ 2608336 w 2656461"/>
              <a:gd name="connsiteY2" fmla="*/ 0 h 6855376"/>
              <a:gd name="connsiteX3" fmla="*/ 2656461 w 2656461"/>
              <a:gd name="connsiteY3" fmla="*/ 5027012 h 6855376"/>
              <a:gd name="connsiteX4" fmla="*/ 794959 w 2656461"/>
              <a:gd name="connsiteY4" fmla="*/ 6855376 h 6855376"/>
              <a:gd name="connsiteX5" fmla="*/ 8311 w 2656461"/>
              <a:gd name="connsiteY5" fmla="*/ 6848375 h 6855376"/>
              <a:gd name="connsiteX6" fmla="*/ 0 w 2656461"/>
              <a:gd name="connsiteY6" fmla="*/ 1171657 h 6855376"/>
              <a:gd name="connsiteX0" fmla="*/ 0 w 2656461"/>
              <a:gd name="connsiteY0" fmla="*/ 1160718 h 6844437"/>
              <a:gd name="connsiteX1" fmla="*/ 1169470 w 2656461"/>
              <a:gd name="connsiteY1" fmla="*/ 0 h 6844437"/>
              <a:gd name="connsiteX2" fmla="*/ 2617962 w 2656461"/>
              <a:gd name="connsiteY2" fmla="*/ 8312 h 6844437"/>
              <a:gd name="connsiteX3" fmla="*/ 2656461 w 2656461"/>
              <a:gd name="connsiteY3" fmla="*/ 5016073 h 6844437"/>
              <a:gd name="connsiteX4" fmla="*/ 794959 w 2656461"/>
              <a:gd name="connsiteY4" fmla="*/ 6844437 h 6844437"/>
              <a:gd name="connsiteX5" fmla="*/ 8311 w 2656461"/>
              <a:gd name="connsiteY5" fmla="*/ 6837436 h 6844437"/>
              <a:gd name="connsiteX6" fmla="*/ 0 w 2656461"/>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46836"/>
              <a:gd name="connsiteY0" fmla="*/ 1160718 h 6844437"/>
              <a:gd name="connsiteX1" fmla="*/ 1169470 w 2646836"/>
              <a:gd name="connsiteY1" fmla="*/ 0 h 6844437"/>
              <a:gd name="connsiteX2" fmla="*/ 2617962 w 2646836"/>
              <a:gd name="connsiteY2" fmla="*/ 8312 h 6844437"/>
              <a:gd name="connsiteX3" fmla="*/ 2646836 w 2646836"/>
              <a:gd name="connsiteY3" fmla="*/ 5035323 h 6844437"/>
              <a:gd name="connsiteX4" fmla="*/ 794959 w 2646836"/>
              <a:gd name="connsiteY4" fmla="*/ 6844437 h 6844437"/>
              <a:gd name="connsiteX5" fmla="*/ 8311 w 2646836"/>
              <a:gd name="connsiteY5" fmla="*/ 6837436 h 6844437"/>
              <a:gd name="connsiteX6" fmla="*/ 0 w 2646836"/>
              <a:gd name="connsiteY6" fmla="*/ 1160718 h 6844437"/>
              <a:gd name="connsiteX0" fmla="*/ 0 w 2685337"/>
              <a:gd name="connsiteY0" fmla="*/ 1160718 h 6844437"/>
              <a:gd name="connsiteX1" fmla="*/ 1169470 w 2685337"/>
              <a:gd name="connsiteY1" fmla="*/ 0 h 6844437"/>
              <a:gd name="connsiteX2" fmla="*/ 2617962 w 2685337"/>
              <a:gd name="connsiteY2" fmla="*/ 8312 h 6844437"/>
              <a:gd name="connsiteX3" fmla="*/ 2685337 w 2685337"/>
              <a:gd name="connsiteY3" fmla="*/ 5054573 h 6844437"/>
              <a:gd name="connsiteX4" fmla="*/ 794959 w 2685337"/>
              <a:gd name="connsiteY4" fmla="*/ 6844437 h 6844437"/>
              <a:gd name="connsiteX5" fmla="*/ 8311 w 2685337"/>
              <a:gd name="connsiteY5" fmla="*/ 6837436 h 6844437"/>
              <a:gd name="connsiteX6" fmla="*/ 0 w 2685337"/>
              <a:gd name="connsiteY6" fmla="*/ 1160718 h 6844437"/>
              <a:gd name="connsiteX0" fmla="*/ 0 w 2637211"/>
              <a:gd name="connsiteY0" fmla="*/ 1160718 h 6844437"/>
              <a:gd name="connsiteX1" fmla="*/ 1169470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60718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60718 h 6844437"/>
              <a:gd name="connsiteX0" fmla="*/ 0 w 2637211"/>
              <a:gd name="connsiteY0" fmla="*/ 1122217 h 6844437"/>
              <a:gd name="connsiteX1" fmla="*/ 1207971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22217 h 6844437"/>
              <a:gd name="connsiteX1" fmla="*/ 1198346 w 2637211"/>
              <a:gd name="connsiteY1" fmla="*/ 0 h 6844437"/>
              <a:gd name="connsiteX2" fmla="*/ 2617962 w 2637211"/>
              <a:gd name="connsiteY2" fmla="*/ 8312 h 6844437"/>
              <a:gd name="connsiteX3" fmla="*/ 2637211 w 2637211"/>
              <a:gd name="connsiteY3" fmla="*/ 5093074 h 6844437"/>
              <a:gd name="connsiteX4" fmla="*/ 794959 w 2637211"/>
              <a:gd name="connsiteY4" fmla="*/ 6844437 h 6844437"/>
              <a:gd name="connsiteX5" fmla="*/ 8311 w 2637211"/>
              <a:gd name="connsiteY5" fmla="*/ 6837436 h 6844437"/>
              <a:gd name="connsiteX6" fmla="*/ 0 w 2637211"/>
              <a:gd name="connsiteY6" fmla="*/ 1122217 h 6844437"/>
              <a:gd name="connsiteX0" fmla="*/ 0 w 2637211"/>
              <a:gd name="connsiteY0" fmla="*/ 1152406 h 6874626"/>
              <a:gd name="connsiteX1" fmla="*/ 1198346 w 2637211"/>
              <a:gd name="connsiteY1" fmla="*/ 30189 h 6874626"/>
              <a:gd name="connsiteX2" fmla="*/ 2627587 w 2637211"/>
              <a:gd name="connsiteY2" fmla="*/ 0 h 6874626"/>
              <a:gd name="connsiteX3" fmla="*/ 2637211 w 2637211"/>
              <a:gd name="connsiteY3" fmla="*/ 5123263 h 6874626"/>
              <a:gd name="connsiteX4" fmla="*/ 794959 w 2637211"/>
              <a:gd name="connsiteY4" fmla="*/ 6874626 h 6874626"/>
              <a:gd name="connsiteX5" fmla="*/ 8311 w 2637211"/>
              <a:gd name="connsiteY5" fmla="*/ 6867625 h 6874626"/>
              <a:gd name="connsiteX6" fmla="*/ 0 w 2637211"/>
              <a:gd name="connsiteY6" fmla="*/ 1152406 h 6874626"/>
              <a:gd name="connsiteX0" fmla="*/ 0 w 2637211"/>
              <a:gd name="connsiteY0" fmla="*/ 1142781 h 6865001"/>
              <a:gd name="connsiteX1" fmla="*/ 1198346 w 2637211"/>
              <a:gd name="connsiteY1" fmla="*/ 20564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42781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42781 h 6865001"/>
              <a:gd name="connsiteX0" fmla="*/ 0 w 2637211"/>
              <a:gd name="connsiteY0" fmla="*/ 1129334 h 6865001"/>
              <a:gd name="connsiteX1" fmla="*/ 1198347 w 2637211"/>
              <a:gd name="connsiteY1" fmla="*/ 7117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205071 w 2637211"/>
              <a:gd name="connsiteY1" fmla="*/ 393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3968 w 2637211"/>
              <a:gd name="connsiteY1" fmla="*/ 221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45368 h 6881035"/>
              <a:gd name="connsiteX1" fmla="*/ 1250702 w 2637211"/>
              <a:gd name="connsiteY1" fmla="*/ 0 h 6881035"/>
              <a:gd name="connsiteX2" fmla="*/ 2627587 w 2637211"/>
              <a:gd name="connsiteY2" fmla="*/ 16034 h 6881035"/>
              <a:gd name="connsiteX3" fmla="*/ 2637211 w 2637211"/>
              <a:gd name="connsiteY3" fmla="*/ 5129672 h 6881035"/>
              <a:gd name="connsiteX4" fmla="*/ 794959 w 2637211"/>
              <a:gd name="connsiteY4" fmla="*/ 6881035 h 6881035"/>
              <a:gd name="connsiteX5" fmla="*/ 8311 w 2637211"/>
              <a:gd name="connsiteY5" fmla="*/ 6874034 h 6881035"/>
              <a:gd name="connsiteX6" fmla="*/ 0 w 2637211"/>
              <a:gd name="connsiteY6" fmla="*/ 1145368 h 6881035"/>
              <a:gd name="connsiteX0" fmla="*/ 0 w 2637211"/>
              <a:gd name="connsiteY0" fmla="*/ 1129334 h 6865001"/>
              <a:gd name="connsiteX1" fmla="*/ 1159445 w 2637211"/>
              <a:gd name="connsiteY1" fmla="*/ 5868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0 w 2637211"/>
              <a:gd name="connsiteY0" fmla="*/ 1129334 h 6865001"/>
              <a:gd name="connsiteX1" fmla="*/ 1155796 w 2637211"/>
              <a:gd name="connsiteY1" fmla="*/ 392 h 6865001"/>
              <a:gd name="connsiteX2" fmla="*/ 2627587 w 2637211"/>
              <a:gd name="connsiteY2" fmla="*/ 0 h 6865001"/>
              <a:gd name="connsiteX3" fmla="*/ 2637211 w 2637211"/>
              <a:gd name="connsiteY3" fmla="*/ 5113638 h 6865001"/>
              <a:gd name="connsiteX4" fmla="*/ 794959 w 2637211"/>
              <a:gd name="connsiteY4" fmla="*/ 6865001 h 6865001"/>
              <a:gd name="connsiteX5" fmla="*/ 8311 w 2637211"/>
              <a:gd name="connsiteY5" fmla="*/ 6858000 h 6865001"/>
              <a:gd name="connsiteX6" fmla="*/ 0 w 2637211"/>
              <a:gd name="connsiteY6" fmla="*/ 1129334 h 6865001"/>
              <a:gd name="connsiteX0" fmla="*/ 135917 w 2628941"/>
              <a:gd name="connsiteY0" fmla="*/ 1182264 h 6865001"/>
              <a:gd name="connsiteX1" fmla="*/ 1147526 w 2628941"/>
              <a:gd name="connsiteY1" fmla="*/ 392 h 6865001"/>
              <a:gd name="connsiteX2" fmla="*/ 2619317 w 2628941"/>
              <a:gd name="connsiteY2" fmla="*/ 0 h 6865001"/>
              <a:gd name="connsiteX3" fmla="*/ 2628941 w 2628941"/>
              <a:gd name="connsiteY3" fmla="*/ 5113638 h 6865001"/>
              <a:gd name="connsiteX4" fmla="*/ 786689 w 2628941"/>
              <a:gd name="connsiteY4" fmla="*/ 6865001 h 6865001"/>
              <a:gd name="connsiteX5" fmla="*/ 41 w 2628941"/>
              <a:gd name="connsiteY5" fmla="*/ 6858000 h 6865001"/>
              <a:gd name="connsiteX6" fmla="*/ 135917 w 2628941"/>
              <a:gd name="connsiteY6" fmla="*/ 1182264 h 6865001"/>
              <a:gd name="connsiteX0" fmla="*/ 70244 w 2628974"/>
              <a:gd name="connsiteY0" fmla="*/ 1114733 h 6865001"/>
              <a:gd name="connsiteX1" fmla="*/ 1147559 w 2628974"/>
              <a:gd name="connsiteY1" fmla="*/ 392 h 6865001"/>
              <a:gd name="connsiteX2" fmla="*/ 2619350 w 2628974"/>
              <a:gd name="connsiteY2" fmla="*/ 0 h 6865001"/>
              <a:gd name="connsiteX3" fmla="*/ 2628974 w 2628974"/>
              <a:gd name="connsiteY3" fmla="*/ 5113638 h 6865001"/>
              <a:gd name="connsiteX4" fmla="*/ 786722 w 2628974"/>
              <a:gd name="connsiteY4" fmla="*/ 6865001 h 6865001"/>
              <a:gd name="connsiteX5" fmla="*/ 74 w 2628974"/>
              <a:gd name="connsiteY5" fmla="*/ 6858000 h 6865001"/>
              <a:gd name="connsiteX6" fmla="*/ 70244 w 2628974"/>
              <a:gd name="connsiteY6" fmla="*/ 1114733 h 6865001"/>
              <a:gd name="connsiteX0" fmla="*/ 0 w 2649987"/>
              <a:gd name="connsiteY0" fmla="*/ 1164012 h 6865001"/>
              <a:gd name="connsiteX1" fmla="*/ 1168572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221502 w 2649987"/>
              <a:gd name="connsiteY1" fmla="*/ 20468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0 w 2649987"/>
              <a:gd name="connsiteY0" fmla="*/ 1164012 h 6865001"/>
              <a:gd name="connsiteX1" fmla="*/ 1168574 w 2649987"/>
              <a:gd name="connsiteY1" fmla="*/ 392 h 6865001"/>
              <a:gd name="connsiteX2" fmla="*/ 2640363 w 2649987"/>
              <a:gd name="connsiteY2" fmla="*/ 0 h 6865001"/>
              <a:gd name="connsiteX3" fmla="*/ 2649987 w 2649987"/>
              <a:gd name="connsiteY3" fmla="*/ 5113638 h 6865001"/>
              <a:gd name="connsiteX4" fmla="*/ 807735 w 2649987"/>
              <a:gd name="connsiteY4" fmla="*/ 6865001 h 6865001"/>
              <a:gd name="connsiteX5" fmla="*/ 21087 w 2649987"/>
              <a:gd name="connsiteY5" fmla="*/ 6858000 h 6865001"/>
              <a:gd name="connsiteX6" fmla="*/ 0 w 2649987"/>
              <a:gd name="connsiteY6" fmla="*/ 1164012 h 6865001"/>
              <a:gd name="connsiteX0" fmla="*/ 1531 w 2651518"/>
              <a:gd name="connsiteY0" fmla="*/ 1164012 h 6865001"/>
              <a:gd name="connsiteX1" fmla="*/ 1170105 w 2651518"/>
              <a:gd name="connsiteY1" fmla="*/ 392 h 6865001"/>
              <a:gd name="connsiteX2" fmla="*/ 2641894 w 2651518"/>
              <a:gd name="connsiteY2" fmla="*/ 0 h 6865001"/>
              <a:gd name="connsiteX3" fmla="*/ 2651518 w 2651518"/>
              <a:gd name="connsiteY3" fmla="*/ 5113638 h 6865001"/>
              <a:gd name="connsiteX4" fmla="*/ 809266 w 2651518"/>
              <a:gd name="connsiteY4" fmla="*/ 6865001 h 6865001"/>
              <a:gd name="connsiteX5" fmla="*/ 716 w 2651518"/>
              <a:gd name="connsiteY5" fmla="*/ 6859826 h 6865001"/>
              <a:gd name="connsiteX6" fmla="*/ 1531 w 2651518"/>
              <a:gd name="connsiteY6" fmla="*/ 1164012 h 6865001"/>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85539 w 2651518"/>
              <a:gd name="connsiteY4" fmla="*/ 680842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670554 w 2651518"/>
              <a:gd name="connsiteY4" fmla="*/ 6744541 h 6859826"/>
              <a:gd name="connsiteX5" fmla="*/ 716 w 2651518"/>
              <a:gd name="connsiteY5" fmla="*/ 6859826 h 6859826"/>
              <a:gd name="connsiteX6" fmla="*/ 1531 w 2651518"/>
              <a:gd name="connsiteY6" fmla="*/ 1164012 h 6859826"/>
              <a:gd name="connsiteX0" fmla="*/ 1531 w 2651518"/>
              <a:gd name="connsiteY0" fmla="*/ 1164012 h 6859826"/>
              <a:gd name="connsiteX1" fmla="*/ 1170105 w 2651518"/>
              <a:gd name="connsiteY1" fmla="*/ 392 h 6859826"/>
              <a:gd name="connsiteX2" fmla="*/ 2641894 w 2651518"/>
              <a:gd name="connsiteY2" fmla="*/ 0 h 6859826"/>
              <a:gd name="connsiteX3" fmla="*/ 2651518 w 2651518"/>
              <a:gd name="connsiteY3" fmla="*/ 5113638 h 6859826"/>
              <a:gd name="connsiteX4" fmla="*/ 769112 w 2651518"/>
              <a:gd name="connsiteY4" fmla="*/ 6857700 h 6859826"/>
              <a:gd name="connsiteX5" fmla="*/ 716 w 2651518"/>
              <a:gd name="connsiteY5" fmla="*/ 6859826 h 6859826"/>
              <a:gd name="connsiteX6" fmla="*/ 1531 w 2651518"/>
              <a:gd name="connsiteY6" fmla="*/ 1164012 h 6859826"/>
              <a:gd name="connsiteX0" fmla="*/ 1531 w 2641975"/>
              <a:gd name="connsiteY0" fmla="*/ 1164012 h 6859826"/>
              <a:gd name="connsiteX1" fmla="*/ 1170105 w 2641975"/>
              <a:gd name="connsiteY1" fmla="*/ 392 h 6859826"/>
              <a:gd name="connsiteX2" fmla="*/ 2641894 w 2641975"/>
              <a:gd name="connsiteY2" fmla="*/ 0 h 6859826"/>
              <a:gd name="connsiteX3" fmla="*/ 2565736 w 2641975"/>
              <a:gd name="connsiteY3" fmla="*/ 5033332 h 6859826"/>
              <a:gd name="connsiteX4" fmla="*/ 769112 w 2641975"/>
              <a:gd name="connsiteY4" fmla="*/ 6857700 h 6859826"/>
              <a:gd name="connsiteX5" fmla="*/ 716 w 2641975"/>
              <a:gd name="connsiteY5" fmla="*/ 6859826 h 6859826"/>
              <a:gd name="connsiteX6" fmla="*/ 1531 w 2641975"/>
              <a:gd name="connsiteY6" fmla="*/ 1164012 h 6859826"/>
              <a:gd name="connsiteX0" fmla="*/ 1531 w 2642134"/>
              <a:gd name="connsiteY0" fmla="*/ 1164012 h 6859826"/>
              <a:gd name="connsiteX1" fmla="*/ 1170105 w 2642134"/>
              <a:gd name="connsiteY1" fmla="*/ 392 h 6859826"/>
              <a:gd name="connsiteX2" fmla="*/ 2641894 w 2642134"/>
              <a:gd name="connsiteY2" fmla="*/ 0 h 6859826"/>
              <a:gd name="connsiteX3" fmla="*/ 2627791 w 2642134"/>
              <a:gd name="connsiteY3" fmla="*/ 5073485 h 6859826"/>
              <a:gd name="connsiteX4" fmla="*/ 769112 w 2642134"/>
              <a:gd name="connsiteY4" fmla="*/ 6857700 h 6859826"/>
              <a:gd name="connsiteX5" fmla="*/ 716 w 2642134"/>
              <a:gd name="connsiteY5" fmla="*/ 6859826 h 6859826"/>
              <a:gd name="connsiteX6" fmla="*/ 1531 w 2642134"/>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5073485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69112 w 2631212"/>
              <a:gd name="connsiteY4" fmla="*/ 6857700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374829 w 2631212"/>
              <a:gd name="connsiteY4" fmla="*/ 6832533 h 6859826"/>
              <a:gd name="connsiteX5" fmla="*/ 716 w 2631212"/>
              <a:gd name="connsiteY5" fmla="*/ 6859826 h 6859826"/>
              <a:gd name="connsiteX6" fmla="*/ 1531 w 2631212"/>
              <a:gd name="connsiteY6" fmla="*/ 1164012 h 6859826"/>
              <a:gd name="connsiteX0" fmla="*/ 1531 w 2631212"/>
              <a:gd name="connsiteY0" fmla="*/ 1164012 h 6859826"/>
              <a:gd name="connsiteX1" fmla="*/ 1170105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164012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164012 h 6859826"/>
              <a:gd name="connsiteX0" fmla="*/ 1531 w 2631212"/>
              <a:gd name="connsiteY0" fmla="*/ 1612823 h 6859826"/>
              <a:gd name="connsiteX1" fmla="*/ 1606333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279164 w 2631212"/>
              <a:gd name="connsiteY1" fmla="*/ 392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0529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391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18918 w 2631212"/>
              <a:gd name="connsiteY1" fmla="*/ 8780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2823 h 6859826"/>
              <a:gd name="connsiteX1" fmla="*/ 1606335 w 2631212"/>
              <a:gd name="connsiteY1" fmla="*/ 4586 h 6859826"/>
              <a:gd name="connsiteX2" fmla="*/ 2630843 w 2631212"/>
              <a:gd name="connsiteY2" fmla="*/ 0 h 6859826"/>
              <a:gd name="connsiteX3" fmla="*/ 2627791 w 2631212"/>
              <a:gd name="connsiteY3" fmla="*/ 4347837 h 6859826"/>
              <a:gd name="connsiteX4" fmla="*/ 716 w 2631212"/>
              <a:gd name="connsiteY4" fmla="*/ 6859826 h 6859826"/>
              <a:gd name="connsiteX5" fmla="*/ 1531 w 2631212"/>
              <a:gd name="connsiteY5" fmla="*/ 1612823 h 6859826"/>
              <a:gd name="connsiteX0" fmla="*/ 1531 w 2631212"/>
              <a:gd name="connsiteY0" fmla="*/ 1613000 h 6860003"/>
              <a:gd name="connsiteX1" fmla="*/ 1612685 w 2631212"/>
              <a:gd name="connsiteY1" fmla="*/ 0 h 6860003"/>
              <a:gd name="connsiteX2" fmla="*/ 2630843 w 2631212"/>
              <a:gd name="connsiteY2" fmla="*/ 177 h 6860003"/>
              <a:gd name="connsiteX3" fmla="*/ 2627791 w 2631212"/>
              <a:gd name="connsiteY3" fmla="*/ 4348014 h 6860003"/>
              <a:gd name="connsiteX4" fmla="*/ 716 w 2631212"/>
              <a:gd name="connsiteY4" fmla="*/ 6860003 h 6860003"/>
              <a:gd name="connsiteX5" fmla="*/ 1531 w 2631212"/>
              <a:gd name="connsiteY5" fmla="*/ 1613000 h 686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31212" h="6860003">
                <a:moveTo>
                  <a:pt x="1531" y="1613000"/>
                </a:moveTo>
                <a:lnTo>
                  <a:pt x="1612685" y="0"/>
                </a:lnTo>
                <a:lnTo>
                  <a:pt x="2630843" y="177"/>
                </a:lnTo>
                <a:cubicBezTo>
                  <a:pt x="2634052" y="2285448"/>
                  <a:pt x="2614956" y="2081993"/>
                  <a:pt x="2627791" y="4348014"/>
                </a:cubicBezTo>
                <a:lnTo>
                  <a:pt x="716" y="6860003"/>
                </a:lnTo>
                <a:cubicBezTo>
                  <a:pt x="-2055" y="4945305"/>
                  <a:pt x="4302" y="3527698"/>
                  <a:pt x="1531" y="1613000"/>
                </a:cubicBezTo>
                <a:close/>
              </a:path>
            </a:pathLst>
          </a:custGeom>
          <a:blipFill>
            <a:blip r:embed="rId2"/>
            <a:srcRect/>
            <a:stretch>
              <a:fillRect l="-6707" t="3" r="-9021" b="-14673"/>
            </a:stretch>
          </a:blipFill>
        </p:spPr>
        <p:txBody>
          <a:bodyPr/>
          <a:lstStyle>
            <a:lvl1pPr marL="0" indent="0" algn="ctr">
              <a:buFontTx/>
              <a:buNone/>
              <a:defRPr sz="800">
                <a:solidFill>
                  <a:schemeClr val="bg1"/>
                </a:solidFill>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3D3F1E44-3A7E-4C0E-A985-5CDBACD7B91C}"/>
              </a:ext>
            </a:extLst>
          </p:cNvPr>
          <p:cNvSpPr/>
          <p:nvPr userDrawn="1"/>
        </p:nvSpPr>
        <p:spPr>
          <a:xfrm rot="16200000">
            <a:off x="51868" y="4278656"/>
            <a:ext cx="2527477" cy="2631212"/>
          </a:xfrm>
          <a:custGeom>
            <a:avLst/>
            <a:gdLst>
              <a:gd name="connsiteX0" fmla="*/ 0 w 1787236"/>
              <a:gd name="connsiteY0" fmla="*/ 0 h 1860589"/>
              <a:gd name="connsiteX1" fmla="*/ 1787236 w 1787236"/>
              <a:gd name="connsiteY1" fmla="*/ 0 h 1860589"/>
              <a:gd name="connsiteX2" fmla="*/ 1787236 w 1787236"/>
              <a:gd name="connsiteY2" fmla="*/ 1860589 h 1860589"/>
              <a:gd name="connsiteX3" fmla="*/ 0 w 1787236"/>
              <a:gd name="connsiteY3" fmla="*/ 1860589 h 1860589"/>
              <a:gd name="connsiteX4" fmla="*/ 0 w 1787236"/>
              <a:gd name="connsiteY4" fmla="*/ 0 h 1860589"/>
              <a:gd name="connsiteX0" fmla="*/ 0 w 1787236"/>
              <a:gd name="connsiteY0" fmla="*/ 0 h 1860589"/>
              <a:gd name="connsiteX1" fmla="*/ 1787236 w 1787236"/>
              <a:gd name="connsiteY1" fmla="*/ 1860589 h 1860589"/>
              <a:gd name="connsiteX2" fmla="*/ 0 w 1787236"/>
              <a:gd name="connsiteY2" fmla="*/ 1860589 h 1860589"/>
              <a:gd name="connsiteX3" fmla="*/ 0 w 1787236"/>
              <a:gd name="connsiteY3" fmla="*/ 0 h 1860589"/>
            </a:gdLst>
            <a:ahLst/>
            <a:cxnLst>
              <a:cxn ang="0">
                <a:pos x="connsiteX0" y="connsiteY0"/>
              </a:cxn>
              <a:cxn ang="0">
                <a:pos x="connsiteX1" y="connsiteY1"/>
              </a:cxn>
              <a:cxn ang="0">
                <a:pos x="connsiteX2" y="connsiteY2"/>
              </a:cxn>
              <a:cxn ang="0">
                <a:pos x="connsiteX3" y="connsiteY3"/>
              </a:cxn>
            </a:cxnLst>
            <a:rect l="l" t="t" r="r" b="b"/>
            <a:pathLst>
              <a:path w="1787236" h="1860589">
                <a:moveTo>
                  <a:pt x="0" y="0"/>
                </a:moveTo>
                <a:lnTo>
                  <a:pt x="1787236" y="1860589"/>
                </a:lnTo>
                <a:lnTo>
                  <a:pt x="0" y="1860589"/>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7">
            <a:extLst>
              <a:ext uri="{FF2B5EF4-FFF2-40B4-BE49-F238E27FC236}">
                <a16:creationId xmlns:a16="http://schemas.microsoft.com/office/drawing/2014/main" id="{700AF089-4A0D-49B5-AE1A-BD6D8C70997D}"/>
              </a:ext>
            </a:extLst>
          </p:cNvPr>
          <p:cNvSpPr/>
          <p:nvPr userDrawn="1"/>
        </p:nvSpPr>
        <p:spPr>
          <a:xfrm rot="5400000">
            <a:off x="594" y="-594"/>
            <a:ext cx="1612863" cy="1614051"/>
          </a:xfrm>
          <a:custGeom>
            <a:avLst/>
            <a:gdLst>
              <a:gd name="connsiteX0" fmla="*/ 0 w 1170432"/>
              <a:gd name="connsiteY0" fmla="*/ 0 h 1171294"/>
              <a:gd name="connsiteX1" fmla="*/ 1170432 w 1170432"/>
              <a:gd name="connsiteY1" fmla="*/ 0 h 1171294"/>
              <a:gd name="connsiteX2" fmla="*/ 1170432 w 1170432"/>
              <a:gd name="connsiteY2" fmla="*/ 1171294 h 1171294"/>
              <a:gd name="connsiteX3" fmla="*/ 0 w 1170432"/>
              <a:gd name="connsiteY3" fmla="*/ 1171294 h 1171294"/>
              <a:gd name="connsiteX4" fmla="*/ 0 w 1170432"/>
              <a:gd name="connsiteY4" fmla="*/ 0 h 1171294"/>
              <a:gd name="connsiteX0" fmla="*/ 0 w 1170432"/>
              <a:gd name="connsiteY0" fmla="*/ 0 h 1171294"/>
              <a:gd name="connsiteX1" fmla="*/ 1170432 w 1170432"/>
              <a:gd name="connsiteY1" fmla="*/ 1171294 h 1171294"/>
              <a:gd name="connsiteX2" fmla="*/ 0 w 1170432"/>
              <a:gd name="connsiteY2" fmla="*/ 1171294 h 1171294"/>
              <a:gd name="connsiteX3" fmla="*/ 0 w 1170432"/>
              <a:gd name="connsiteY3" fmla="*/ 0 h 1171294"/>
            </a:gdLst>
            <a:ahLst/>
            <a:cxnLst>
              <a:cxn ang="0">
                <a:pos x="connsiteX0" y="connsiteY0"/>
              </a:cxn>
              <a:cxn ang="0">
                <a:pos x="connsiteX1" y="connsiteY1"/>
              </a:cxn>
              <a:cxn ang="0">
                <a:pos x="connsiteX2" y="connsiteY2"/>
              </a:cxn>
              <a:cxn ang="0">
                <a:pos x="connsiteX3" y="connsiteY3"/>
              </a:cxn>
            </a:cxnLst>
            <a:rect l="l" t="t" r="r" b="b"/>
            <a:pathLst>
              <a:path w="1170432" h="1171294">
                <a:moveTo>
                  <a:pt x="0" y="0"/>
                </a:moveTo>
                <a:lnTo>
                  <a:pt x="1170432" y="1171294"/>
                </a:lnTo>
                <a:lnTo>
                  <a:pt x="0" y="1171294"/>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FC085989-FC25-4546-BA5C-83C348426BC2}"/>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5" name="Picture 13">
            <a:extLst>
              <a:ext uri="{FF2B5EF4-FFF2-40B4-BE49-F238E27FC236}">
                <a16:creationId xmlns:a16="http://schemas.microsoft.com/office/drawing/2014/main" id="{C42CFAC9-1188-490D-9774-C22E5FA5434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0475082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f_1 Column Text, Graphic,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p:nvPr>
        </p:nvSpPr>
        <p:spPr>
          <a:xfrm>
            <a:off x="837633" y="559594"/>
            <a:ext cx="10515600" cy="1132046"/>
          </a:xfrm>
        </p:spPr>
        <p:txBody>
          <a:bodyPr lIns="0" tIns="0" rIns="0" bIns="0" anchor="t"/>
          <a:lstStyle>
            <a:lvl1pPr>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35152" y="1820235"/>
            <a:ext cx="10515600" cy="4013104"/>
          </a:xfrm>
        </p:spPr>
        <p:txBody>
          <a:bodyPr/>
          <a:lstStyle>
            <a:lvl1pPr>
              <a:defRPr/>
            </a:lvl1pPr>
          </a:lstStyle>
          <a:p>
            <a:pPr lvl="0"/>
            <a:r>
              <a:rPr lang="en-US" dirty="0"/>
              <a:t>Click to insert text</a:t>
            </a:r>
            <a:r>
              <a:rPr lang="en-US"/>
              <a:t>, graphic, or table</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838200" y="6085840"/>
            <a:ext cx="10512552" cy="256032"/>
          </a:xfrm>
        </p:spPr>
        <p:txBody>
          <a:bodyPr lIns="0">
            <a:normAutofit/>
          </a:bodyPr>
          <a:lstStyle>
            <a:lvl1pPr marL="0" indent="0">
              <a:buNone/>
              <a:defRPr sz="1200" b="0">
                <a:solidFill>
                  <a:schemeClr val="accent1"/>
                </a:solidFill>
              </a:defRPr>
            </a:lvl1pPr>
          </a:lstStyle>
          <a:p>
            <a:pPr lvl="0"/>
            <a:r>
              <a:rPr lang="en-US" dirty="0"/>
              <a:t>Click to insert notes or caption for graphic or table.</a:t>
            </a:r>
          </a:p>
        </p:txBody>
      </p:sp>
      <p:sp>
        <p:nvSpPr>
          <p:cNvPr id="31" name="Slide Number Placeholder 8">
            <a:extLst>
              <a:ext uri="{FF2B5EF4-FFF2-40B4-BE49-F238E27FC236}">
                <a16:creationId xmlns:a16="http://schemas.microsoft.com/office/drawing/2014/main" id="{7CF9C89C-4280-43DF-90B6-8645B593594B}"/>
              </a:ext>
            </a:extLst>
          </p:cNvPr>
          <p:cNvSpPr txBox="1">
            <a:spLocks/>
          </p:cNvSpPr>
          <p:nvPr userDrawn="1"/>
        </p:nvSpPr>
        <p:spPr>
          <a:xfrm>
            <a:off x="11314688" y="6085841"/>
            <a:ext cx="508749" cy="508532"/>
          </a:xfrm>
          <a:prstGeom prst="rect">
            <a:avLst/>
          </a:prstGeom>
        </p:spPr>
        <p:txBody>
          <a:bodyPr vert="horz" lIns="0" tIns="0" rIns="0" bIns="0" rtlCol="0" anchor="b"/>
          <a:lstStyle>
            <a:defPPr>
              <a:defRPr lang="en-US"/>
            </a:defPPr>
            <a:lvl1pPr marL="0" algn="r" defTabSz="914400" rtl="0" eaLnBrk="1" latinLnBrk="0" hangingPunct="1">
              <a:defRPr sz="1200"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D6D25CF-0D6E-4844-B79B-06FF722D38A1}" type="slidenum">
              <a:rPr lang="en-US" smtClean="0"/>
              <a:pPr/>
              <a:t>‹#›</a:t>
            </a:fld>
            <a:endParaRPr lang="en-US" dirty="0"/>
          </a:p>
        </p:txBody>
      </p:sp>
      <p:sp>
        <p:nvSpPr>
          <p:cNvPr id="13" name="Rectangle 6">
            <a:extLst>
              <a:ext uri="{FF2B5EF4-FFF2-40B4-BE49-F238E27FC236}">
                <a16:creationId xmlns:a16="http://schemas.microsoft.com/office/drawing/2014/main" id="{954965BA-D397-428E-B952-AD13EFAA4EE9}"/>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7F20BAF9-7414-4C87-B165-36BD36B02488}"/>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9" name="Picture 13">
            <a:extLst>
              <a:ext uri="{FF2B5EF4-FFF2-40B4-BE49-F238E27FC236}">
                <a16:creationId xmlns:a16="http://schemas.microsoft.com/office/drawing/2014/main" id="{56DF348F-89AC-498D-90A1-DA85FB13E50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1583197970"/>
      </p:ext>
    </p:extLst>
  </p:cSld>
  <p:clrMapOvr>
    <a:masterClrMapping/>
  </p:clrMapOvr>
  <p:extLst>
    <p:ext uri="{DCECCB84-F9BA-43D5-87BE-67443E8EF086}">
      <p15:sldGuideLst xmlns:p15="http://schemas.microsoft.com/office/powerpoint/2012/main">
        <p15:guide id="1" orient="horz" pos="360" userDrawn="1">
          <p15:clr>
            <a:srgbClr val="FBAE40"/>
          </p15:clr>
        </p15:guide>
        <p15:guide id="2" pos="528" userDrawn="1">
          <p15:clr>
            <a:srgbClr val="FBAE40"/>
          </p15:clr>
        </p15:guide>
        <p15:guide id="3" orient="horz" pos="1152"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g_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8200" y="578412"/>
            <a:ext cx="10515600" cy="1113227"/>
          </a:xfrm>
        </p:spPr>
        <p:txBody>
          <a:bodyPr lIns="0" tIns="0" rIns="0" bIns="0" anchor="t"/>
          <a:lstStyle/>
          <a:p>
            <a:r>
              <a:rPr lang="en-US" dirty="0"/>
              <a:t>Click to edit title</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41248" y="1801368"/>
            <a:ext cx="5000377" cy="4284472"/>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50374" y="1801368"/>
            <a:ext cx="5068270" cy="4284472"/>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02229" y="6085840"/>
            <a:ext cx="521208" cy="508533"/>
          </a:xfrm>
        </p:spPr>
        <p:txBody>
          <a:bodyPr lIns="0" tIns="0" rIns="0" bIns="0" anchor="b"/>
          <a:lstStyle/>
          <a:p>
            <a:fld id="{CD6D25CF-0D6E-4844-B79B-06FF722D38A1}" type="slidenum">
              <a:rPr lang="en-US" smtClean="0"/>
              <a:t>‹#›</a:t>
            </a:fld>
            <a:endParaRPr lang="en-US"/>
          </a:p>
        </p:txBody>
      </p:sp>
      <p:sp>
        <p:nvSpPr>
          <p:cNvPr id="11" name="Rectangle 6">
            <a:extLst>
              <a:ext uri="{FF2B5EF4-FFF2-40B4-BE49-F238E27FC236}">
                <a16:creationId xmlns:a16="http://schemas.microsoft.com/office/drawing/2014/main" id="{EE951EFE-BB5F-44C3-97CE-B7646C344835}"/>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4F926029-C113-423A-9E18-4F84A5772B46}"/>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10" name="Picture 13">
            <a:extLst>
              <a:ext uri="{FF2B5EF4-FFF2-40B4-BE49-F238E27FC236}">
                <a16:creationId xmlns:a16="http://schemas.microsoft.com/office/drawing/2014/main" id="{77318AA8-B0D7-478D-BF6F-0C652E60A50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76735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h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hasCustomPrompt="1"/>
          </p:nvPr>
        </p:nvSpPr>
        <p:spPr>
          <a:xfrm>
            <a:off x="839788" y="559593"/>
            <a:ext cx="10515600" cy="1131095"/>
          </a:xfrm>
        </p:spPr>
        <p:txBody>
          <a:bodyPr lIns="0" tIns="0" rIns="0" bIns="0" anchor="t"/>
          <a:lstStyle>
            <a:lvl1pPr>
              <a:defRPr/>
            </a:lvl1pPr>
          </a:lstStyle>
          <a:p>
            <a:r>
              <a:rPr lang="en-US" dirty="0"/>
              <a:t>Click to edit title</a:t>
            </a:r>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1798983"/>
            <a:ext cx="3227832" cy="4151376"/>
          </a:xfrm>
        </p:spPr>
        <p:txBody>
          <a:bodyPr lIns="91440" tIns="45720" rIns="91440" bIns="45720" anchor="t"/>
          <a:lstStyle>
            <a:lvl1pPr marL="228600" indent="-228600" algn="l">
              <a:spcBef>
                <a:spcPts val="1000"/>
              </a:spcBef>
              <a:buFont typeface="Arial Black" panose="020B0A04020102090204" pitchFamily="34" charset="0"/>
              <a:buChar char="⁄"/>
              <a:defRPr sz="2800" b="1"/>
            </a:lvl1pPr>
            <a:lvl2pPr marL="457200" indent="-228600">
              <a:buFont typeface="Times New Roman" panose="02020603050405020304" pitchFamily="18" charset="0"/>
              <a:buChar char="-"/>
              <a:defRPr sz="2400" b="0"/>
            </a:lvl2pPr>
            <a:lvl3pPr marL="685800" indent="-228600">
              <a:buFont typeface="Courier New" panose="02070309020205020404" pitchFamily="49" charset="0"/>
              <a:buChar char="o"/>
              <a:defRPr sz="2000" b="0"/>
            </a:lvl3pPr>
            <a:lvl4pPr marL="914400" indent="-228600">
              <a:buFont typeface="Times New Roman" panose="02020603050405020304" pitchFamily="18" charset="0"/>
              <a:buChar char="-"/>
              <a:defRPr sz="1800" b="0"/>
            </a:lvl4pPr>
            <a:lvl5pPr marL="1143000" indent="-228600">
              <a:buFont typeface="Arial" panose="020B0604020202020204" pitchFamily="34" charset="0"/>
              <a:buChar char="•"/>
              <a:defRPr sz="1800" b="0"/>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4482084" y="1798983"/>
            <a:ext cx="3227832" cy="4151376"/>
          </a:xfrm>
        </p:spPr>
        <p:txBody>
          <a:bodyPr/>
          <a:lstStyle>
            <a:lvl1pPr>
              <a:spcBef>
                <a:spcPts val="500"/>
              </a:spcBef>
              <a:defRPr/>
            </a:lvl1p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8124380" y="1798983"/>
            <a:ext cx="3227832" cy="4151376"/>
          </a:xfrm>
        </p:spPr>
        <p:txBody>
          <a:bodyPr/>
          <a:lstStyle/>
          <a:p>
            <a:pPr lvl="0"/>
            <a:r>
              <a:rPr lang="en-US" dirty="0"/>
              <a:t>Click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7" y="6058654"/>
            <a:ext cx="508750" cy="535719"/>
          </a:xfrm>
        </p:spPr>
        <p:txBody>
          <a:bodyPr lIns="0" tIns="0" rIns="0" bIns="0" anchor="b"/>
          <a:lstStyle>
            <a:lvl1pPr algn="r">
              <a:defRPr/>
            </a:lvl1pPr>
          </a:lstStyle>
          <a:p>
            <a:fld id="{CD6D25CF-0D6E-4844-B79B-06FF722D38A1}" type="slidenum">
              <a:rPr lang="en-US" smtClean="0"/>
              <a:pPr/>
              <a:t>‹#›</a:t>
            </a:fld>
            <a:endParaRPr lang="en-US" dirty="0"/>
          </a:p>
        </p:txBody>
      </p:sp>
      <p:cxnSp>
        <p:nvCxnSpPr>
          <p:cNvPr id="13" name="Straight Connector 12">
            <a:extLst>
              <a:ext uri="{FF2B5EF4-FFF2-40B4-BE49-F238E27FC236}">
                <a16:creationId xmlns:a16="http://schemas.microsoft.com/office/drawing/2014/main" id="{15CE5E7F-8AFE-44E0-8D88-3FA34811C067}"/>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7" name="Rectangle 6">
            <a:extLst>
              <a:ext uri="{FF2B5EF4-FFF2-40B4-BE49-F238E27FC236}">
                <a16:creationId xmlns:a16="http://schemas.microsoft.com/office/drawing/2014/main" id="{24307D8A-07F8-4535-9DED-6573D5D1686D}"/>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3">
            <a:extLst>
              <a:ext uri="{FF2B5EF4-FFF2-40B4-BE49-F238E27FC236}">
                <a16:creationId xmlns:a16="http://schemas.microsoft.com/office/drawing/2014/main" id="{EE0E3778-B153-4D19-9F96-2B13F2CCF7C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23560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b_Conta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96D1B-CEEC-46BD-8572-B4CC923991C5}"/>
              </a:ext>
            </a:extLst>
          </p:cNvPr>
          <p:cNvSpPr>
            <a:spLocks noGrp="1"/>
          </p:cNvSpPr>
          <p:nvPr>
            <p:ph type="title"/>
          </p:nvPr>
        </p:nvSpPr>
        <p:spPr>
          <a:xfrm>
            <a:off x="839788" y="559595"/>
            <a:ext cx="10515600" cy="1170432"/>
          </a:xfrm>
        </p:spPr>
        <p:txBody>
          <a:bodyPr lIns="0" tIns="0" rIns="0" bIns="0"/>
          <a:lstStyle>
            <a:lvl1pP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D24D34-6966-4E7C-AB55-239986B36137}"/>
              </a:ext>
            </a:extLst>
          </p:cNvPr>
          <p:cNvSpPr>
            <a:spLocks noGrp="1"/>
          </p:cNvSpPr>
          <p:nvPr>
            <p:ph type="body" idx="1" hasCustomPrompt="1"/>
          </p:nvPr>
        </p:nvSpPr>
        <p:spPr>
          <a:xfrm>
            <a:off x="839788" y="1990565"/>
            <a:ext cx="5029200" cy="1453896"/>
          </a:xfrm>
        </p:spPr>
        <p:txBody>
          <a:bodyPr anchor="t">
            <a:normAutofit/>
          </a:bodyPr>
          <a:lstStyle>
            <a:lvl1pPr marL="0" indent="0">
              <a:buNone/>
              <a:defRPr lang="en-US" sz="2400" b="1" kern="1200" dirty="0">
                <a:solidFill>
                  <a:schemeClr val="tx2"/>
                </a:solidFill>
                <a:latin typeface="+mj-lt"/>
                <a:ea typeface="+mn-ea"/>
                <a:cs typeface="+mn-cs"/>
              </a:defRPr>
            </a:lvl1pPr>
            <a:lvl2pPr marL="0" indent="0">
              <a:buNone/>
              <a:defRPr sz="2000" b="0"/>
            </a:lvl2pPr>
            <a:lvl3pPr marL="0" indent="0">
              <a:buNone/>
              <a:defRPr sz="1800" b="0">
                <a:solidFill>
                  <a:schemeClr val="tx2"/>
                </a:solidFill>
              </a:defRPr>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Details</a:t>
            </a:r>
          </a:p>
          <a:p>
            <a:pPr lvl="2"/>
            <a:r>
              <a:rPr lang="en-US" dirty="0"/>
              <a:t>Company, other affiliation</a:t>
            </a:r>
          </a:p>
        </p:txBody>
      </p:sp>
      <p:sp>
        <p:nvSpPr>
          <p:cNvPr id="4" name="Content Placeholder 3">
            <a:extLst>
              <a:ext uri="{FF2B5EF4-FFF2-40B4-BE49-F238E27FC236}">
                <a16:creationId xmlns:a16="http://schemas.microsoft.com/office/drawing/2014/main" id="{8572F8FD-6DD2-4FF9-BA74-B3A646BB4EC3}"/>
              </a:ext>
            </a:extLst>
          </p:cNvPr>
          <p:cNvSpPr>
            <a:spLocks noGrp="1"/>
          </p:cNvSpPr>
          <p:nvPr>
            <p:ph sz="half" idx="2" hasCustomPrompt="1"/>
          </p:nvPr>
        </p:nvSpPr>
        <p:spPr>
          <a:xfrm>
            <a:off x="839788" y="3674078"/>
            <a:ext cx="5029200" cy="1453896"/>
          </a:xfrm>
        </p:spPr>
        <p:txBody>
          <a:bodyPr/>
          <a:lstStyle>
            <a:lvl1pPr marL="0" indent="0">
              <a:buNone/>
              <a:defRPr sz="2400"/>
            </a:lvl1pPr>
            <a:lvl2pPr marL="0" indent="0">
              <a:buNone/>
              <a:defRPr lang="en-US" sz="2000" b="0" kern="1200" dirty="0">
                <a:solidFill>
                  <a:schemeClr val="tx1"/>
                </a:solidFill>
                <a:latin typeface="+mn-lt"/>
                <a:ea typeface="+mn-ea"/>
                <a:cs typeface="+mn-cs"/>
              </a:defRPr>
            </a:lvl2pPr>
            <a:lvl3pPr marL="0" indent="0">
              <a:buNone/>
              <a:defRPr lang="en-US" sz="1800" b="0" kern="1200" dirty="0">
                <a:solidFill>
                  <a:schemeClr val="tx2"/>
                </a:solidFill>
                <a:latin typeface="+mn-lt"/>
                <a:ea typeface="+mn-ea"/>
                <a:cs typeface="+mn-cs"/>
              </a:defRPr>
            </a:lvl3pPr>
            <a:lvl4pPr marL="685800" indent="0">
              <a:buNone/>
              <a:defRPr/>
            </a:lvl4pPr>
            <a:lvl5pPr marL="914400" indent="0">
              <a:buNone/>
              <a:defRPr/>
            </a:lvl5pPr>
          </a:lstStyle>
          <a:p>
            <a:pPr lvl="0"/>
            <a:r>
              <a:rPr lang="en-US" dirty="0"/>
              <a:t>Name</a:t>
            </a:r>
          </a:p>
          <a:p>
            <a:pPr lvl="1"/>
            <a:r>
              <a:rPr lang="en-US" dirty="0"/>
              <a:t>Details</a:t>
            </a:r>
          </a:p>
          <a:p>
            <a:pPr lvl="2"/>
            <a:r>
              <a:rPr lang="en-US" dirty="0"/>
              <a:t>Company, other affiliation</a:t>
            </a:r>
          </a:p>
        </p:txBody>
      </p:sp>
      <p:sp>
        <p:nvSpPr>
          <p:cNvPr id="5" name="Text Placeholder 4">
            <a:extLst>
              <a:ext uri="{FF2B5EF4-FFF2-40B4-BE49-F238E27FC236}">
                <a16:creationId xmlns:a16="http://schemas.microsoft.com/office/drawing/2014/main" id="{2A953E42-6C15-4A8D-AFA8-51B1D8EA9A81}"/>
              </a:ext>
            </a:extLst>
          </p:cNvPr>
          <p:cNvSpPr>
            <a:spLocks noGrp="1"/>
          </p:cNvSpPr>
          <p:nvPr>
            <p:ph type="body" sz="quarter" idx="3" hasCustomPrompt="1"/>
          </p:nvPr>
        </p:nvSpPr>
        <p:spPr>
          <a:xfrm>
            <a:off x="6323012" y="1989264"/>
            <a:ext cx="5029200" cy="1453896"/>
          </a:xfrm>
        </p:spPr>
        <p:txBody>
          <a:bodyPr anchor="t"/>
          <a:lstStyle>
            <a:lvl1pPr marL="0" indent="0">
              <a:buNone/>
              <a:defRPr sz="2400" b="1"/>
            </a:lvl1pPr>
            <a:lvl2pPr marL="0" indent="0">
              <a:buNone/>
              <a:defRPr sz="2000" b="0"/>
            </a:lvl2pPr>
            <a:lvl3pPr marL="0" indent="0">
              <a:buNone/>
              <a:defRPr sz="1800" b="0">
                <a:solidFill>
                  <a:schemeClr val="tx2"/>
                </a:solidFill>
              </a:defRPr>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Name</a:t>
            </a:r>
          </a:p>
          <a:p>
            <a:pPr lvl="1"/>
            <a:r>
              <a:rPr lang="en-US" dirty="0"/>
              <a:t>Details</a:t>
            </a:r>
          </a:p>
          <a:p>
            <a:pPr lvl="2"/>
            <a:r>
              <a:rPr lang="en-US" dirty="0"/>
              <a:t>Company, other affiliation</a:t>
            </a:r>
          </a:p>
        </p:txBody>
      </p:sp>
      <p:sp>
        <p:nvSpPr>
          <p:cNvPr id="6" name="Content Placeholder 5">
            <a:extLst>
              <a:ext uri="{FF2B5EF4-FFF2-40B4-BE49-F238E27FC236}">
                <a16:creationId xmlns:a16="http://schemas.microsoft.com/office/drawing/2014/main" id="{0D7CCB9C-0E84-41B3-9B85-BF1FA1D401F7}"/>
              </a:ext>
            </a:extLst>
          </p:cNvPr>
          <p:cNvSpPr>
            <a:spLocks noGrp="1"/>
          </p:cNvSpPr>
          <p:nvPr>
            <p:ph sz="quarter" idx="4" hasCustomPrompt="1"/>
          </p:nvPr>
        </p:nvSpPr>
        <p:spPr>
          <a:xfrm>
            <a:off x="6323014" y="3674078"/>
            <a:ext cx="5029200" cy="1453896"/>
          </a:xfrm>
        </p:spPr>
        <p:txBody>
          <a:bodyPr/>
          <a:lstStyle>
            <a:lvl1pPr marL="0" indent="0">
              <a:buNone/>
              <a:defRPr sz="2400"/>
            </a:lvl1pPr>
            <a:lvl2pPr marL="0" indent="0">
              <a:buNone/>
              <a:defRPr sz="2000"/>
            </a:lvl2pPr>
            <a:lvl3pPr marL="0" indent="0">
              <a:buFont typeface="Arial" panose="020B0604020202020204" pitchFamily="34" charset="0"/>
              <a:buNone/>
              <a:defRPr sz="1800">
                <a:solidFill>
                  <a:schemeClr val="tx2"/>
                </a:solidFill>
              </a:defRPr>
            </a:lvl3pPr>
          </a:lstStyle>
          <a:p>
            <a:pPr lvl="0"/>
            <a:r>
              <a:rPr lang="en-US" dirty="0"/>
              <a:t>Name</a:t>
            </a:r>
          </a:p>
          <a:p>
            <a:pPr lvl="1"/>
            <a:r>
              <a:rPr lang="en-US" dirty="0"/>
              <a:t>Details</a:t>
            </a:r>
          </a:p>
          <a:p>
            <a:pPr lvl="2"/>
            <a:r>
              <a:rPr lang="en-US" dirty="0"/>
              <a:t>Company, other affiliation</a:t>
            </a:r>
          </a:p>
        </p:txBody>
      </p:sp>
      <p:sp>
        <p:nvSpPr>
          <p:cNvPr id="9" name="Slide Number Placeholder 8">
            <a:extLst>
              <a:ext uri="{FF2B5EF4-FFF2-40B4-BE49-F238E27FC236}">
                <a16:creationId xmlns:a16="http://schemas.microsoft.com/office/drawing/2014/main" id="{E6C9EF65-9644-45FA-9DA0-F98D156932E0}"/>
              </a:ext>
            </a:extLst>
          </p:cNvPr>
          <p:cNvSpPr>
            <a:spLocks noGrp="1"/>
          </p:cNvSpPr>
          <p:nvPr>
            <p:ph type="sldNum" sz="quarter" idx="12"/>
          </p:nvPr>
        </p:nvSpPr>
        <p:spPr>
          <a:xfrm>
            <a:off x="11314688" y="6085840"/>
            <a:ext cx="508748" cy="508533"/>
          </a:xfrm>
        </p:spPr>
        <p:txBody>
          <a:bodyPr lIns="0" tIns="0" rIns="0" bIns="0" anchor="b"/>
          <a:lstStyle/>
          <a:p>
            <a:fld id="{CD6D25CF-0D6E-4844-B79B-06FF722D38A1}" type="slidenum">
              <a:rPr lang="en-US" smtClean="0"/>
              <a:t>‹#›</a:t>
            </a:fld>
            <a:endParaRPr lang="en-US"/>
          </a:p>
        </p:txBody>
      </p:sp>
      <p:cxnSp>
        <p:nvCxnSpPr>
          <p:cNvPr id="13" name="Straight Connector 12">
            <a:extLst>
              <a:ext uri="{FF2B5EF4-FFF2-40B4-BE49-F238E27FC236}">
                <a16:creationId xmlns:a16="http://schemas.microsoft.com/office/drawing/2014/main" id="{228984F5-0CF0-4A1C-A73A-EB4A4BB663EB}"/>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4" name="Rectangle 6">
            <a:extLst>
              <a:ext uri="{FF2B5EF4-FFF2-40B4-BE49-F238E27FC236}">
                <a16:creationId xmlns:a16="http://schemas.microsoft.com/office/drawing/2014/main" id="{C59E2D13-0326-47D1-9963-8E8213E428D2}"/>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3">
            <a:extLst>
              <a:ext uri="{FF2B5EF4-FFF2-40B4-BE49-F238E27FC236}">
                <a16:creationId xmlns:a16="http://schemas.microsoft.com/office/drawing/2014/main" id="{D1597AA1-6BBC-4B0F-86F1-A2A48BD98D4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3108172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c_Referenc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0B11-8E75-4D19-AC4A-EAF19C36CD39}"/>
              </a:ext>
            </a:extLst>
          </p:cNvPr>
          <p:cNvSpPr>
            <a:spLocks noGrp="1"/>
          </p:cNvSpPr>
          <p:nvPr>
            <p:ph type="title" hasCustomPrompt="1"/>
          </p:nvPr>
        </p:nvSpPr>
        <p:spPr>
          <a:xfrm>
            <a:off x="841248" y="575921"/>
            <a:ext cx="10473439" cy="1127294"/>
          </a:xfrm>
        </p:spPr>
        <p:txBody>
          <a:bodyPr lIns="0" tIns="0" rIns="0" bIns="0" anchor="t">
            <a:normAutofit/>
          </a:bodyPr>
          <a:lstStyle>
            <a:lvl1pPr>
              <a:defRPr sz="4400"/>
            </a:lvl1pPr>
          </a:lstStyle>
          <a:p>
            <a:r>
              <a:rPr lang="en-US" dirty="0"/>
              <a:t>Click to edit title</a:t>
            </a:r>
          </a:p>
        </p:txBody>
      </p:sp>
      <p:sp>
        <p:nvSpPr>
          <p:cNvPr id="3" name="Content Placeholder 2">
            <a:extLst>
              <a:ext uri="{FF2B5EF4-FFF2-40B4-BE49-F238E27FC236}">
                <a16:creationId xmlns:a16="http://schemas.microsoft.com/office/drawing/2014/main" id="{6C8823E5-619B-4901-90EE-290765003971}"/>
              </a:ext>
            </a:extLst>
          </p:cNvPr>
          <p:cNvSpPr>
            <a:spLocks noGrp="1"/>
          </p:cNvSpPr>
          <p:nvPr>
            <p:ph idx="1" hasCustomPrompt="1"/>
          </p:nvPr>
        </p:nvSpPr>
        <p:spPr>
          <a:xfrm>
            <a:off x="841248" y="1820235"/>
            <a:ext cx="10473439" cy="3730751"/>
          </a:xfrm>
        </p:spPr>
        <p:txBody>
          <a:bodyPr/>
          <a:lstStyle>
            <a:lvl1pPr marL="0" indent="0">
              <a:buFont typeface="Arial" panose="020B0604020202020204" pitchFamily="34" charset="0"/>
              <a:buNone/>
              <a:defRPr sz="1800"/>
            </a:lvl1pPr>
            <a:lvl2pPr marL="274320" indent="0">
              <a:buNone/>
              <a:defRPr sz="1600"/>
            </a:lvl2pPr>
            <a:lvl3pPr marL="457200" indent="0">
              <a:buNone/>
              <a:defRPr sz="2000"/>
            </a:lvl3pPr>
            <a:lvl4pPr marL="685800" indent="0">
              <a:buNone/>
              <a:defRPr sz="1800"/>
            </a:lvl4pPr>
            <a:lvl5pPr marL="914400" indent="0">
              <a:buNone/>
              <a:defRPr sz="1800"/>
            </a:lvl5pPr>
            <a:lvl6pPr>
              <a:defRPr sz="2000"/>
            </a:lvl6pPr>
            <a:lvl7pPr>
              <a:defRPr sz="2000"/>
            </a:lvl7pPr>
            <a:lvl8pPr>
              <a:defRPr sz="2000"/>
            </a:lvl8pPr>
            <a:lvl9pPr>
              <a:defRPr sz="2000"/>
            </a:lvl9pPr>
          </a:lstStyle>
          <a:p>
            <a:pPr lvl="0"/>
            <a:r>
              <a:rPr lang="en-US" dirty="0"/>
              <a:t>Click to insert list head</a:t>
            </a:r>
          </a:p>
          <a:p>
            <a:pPr lvl="1"/>
            <a:r>
              <a:rPr lang="en-US" dirty="0"/>
              <a:t>Reference, notes, or other end of presentation list</a:t>
            </a:r>
          </a:p>
        </p:txBody>
      </p:sp>
      <p:sp>
        <p:nvSpPr>
          <p:cNvPr id="7" name="Slide Number Placeholder 6">
            <a:extLst>
              <a:ext uri="{FF2B5EF4-FFF2-40B4-BE49-F238E27FC236}">
                <a16:creationId xmlns:a16="http://schemas.microsoft.com/office/drawing/2014/main" id="{8FDABD00-34B4-45A7-B1A7-2336868CCEC4}"/>
              </a:ext>
            </a:extLst>
          </p:cNvPr>
          <p:cNvSpPr>
            <a:spLocks noGrp="1"/>
          </p:cNvSpPr>
          <p:nvPr>
            <p:ph type="sldNum" sz="quarter" idx="12"/>
          </p:nvPr>
        </p:nvSpPr>
        <p:spPr>
          <a:xfrm>
            <a:off x="11314687" y="6085840"/>
            <a:ext cx="508749" cy="508533"/>
          </a:xfrm>
        </p:spPr>
        <p:txBody>
          <a:bodyPr lIns="0" tIns="0" rIns="0" bIns="0" anchor="b"/>
          <a:lstStyle>
            <a:lvl1pPr algn="r">
              <a:defRPr/>
            </a:lvl1pPr>
          </a:lstStyle>
          <a:p>
            <a:fld id="{CD6D25CF-0D6E-4844-B79B-06FF722D38A1}" type="slidenum">
              <a:rPr lang="en-US" smtClean="0"/>
              <a:pPr/>
              <a:t>‹#›</a:t>
            </a:fld>
            <a:endParaRPr lang="en-US" dirty="0"/>
          </a:p>
        </p:txBody>
      </p:sp>
      <p:sp>
        <p:nvSpPr>
          <p:cNvPr id="13" name="Rectangle 6">
            <a:extLst>
              <a:ext uri="{FF2B5EF4-FFF2-40B4-BE49-F238E27FC236}">
                <a16:creationId xmlns:a16="http://schemas.microsoft.com/office/drawing/2014/main" id="{C07A3046-7200-41A4-A044-38A67A028AA9}"/>
              </a:ext>
            </a:extLst>
          </p:cNvPr>
          <p:cNvSpPr>
            <a:spLocks noChangeAspect="1"/>
          </p:cNvSpPr>
          <p:nvPr userDrawn="1"/>
        </p:nvSpPr>
        <p:spPr>
          <a:xfrm>
            <a:off x="0" y="0"/>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a:extLst>
              <a:ext uri="{FF2B5EF4-FFF2-40B4-BE49-F238E27FC236}">
                <a16:creationId xmlns:a16="http://schemas.microsoft.com/office/drawing/2014/main" id="{B1C4D270-B107-4C2B-BE76-06C48869CDE3}"/>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pic>
        <p:nvPicPr>
          <p:cNvPr id="8" name="Picture 13">
            <a:extLst>
              <a:ext uri="{FF2B5EF4-FFF2-40B4-BE49-F238E27FC236}">
                <a16:creationId xmlns:a16="http://schemas.microsoft.com/office/drawing/2014/main" id="{AD2DAA5F-68FD-4F62-8A20-1174FA8263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852" r="11852"/>
          <a:stretch/>
        </p:blipFill>
        <p:spPr>
          <a:xfrm>
            <a:off x="-958037" y="-993246"/>
            <a:ext cx="2596337" cy="2629547"/>
          </a:xfrm>
          <a:prstGeom prst="rect">
            <a:avLst/>
          </a:prstGeom>
        </p:spPr>
      </p:pic>
    </p:spTree>
    <p:extLst>
      <p:ext uri="{BB962C8B-B14F-4D97-AF65-F5344CB8AC3E}">
        <p14:creationId xmlns:p14="http://schemas.microsoft.com/office/powerpoint/2010/main" val="29497998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d_Questions">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C490463-F03D-4306-8545-812ED6F14E0F}"/>
              </a:ext>
            </a:extLst>
          </p:cNvPr>
          <p:cNvSpPr/>
          <p:nvPr userDrawn="1"/>
        </p:nvSpPr>
        <p:spPr>
          <a:xfrm>
            <a:off x="0" y="-6706"/>
            <a:ext cx="12192000" cy="6858000"/>
          </a:xfrm>
          <a:prstGeom prst="rect">
            <a:avLst/>
          </a:pr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6DC3D4B8-7FA4-42A1-907B-3A08340260A6}"/>
              </a:ext>
            </a:extLst>
          </p:cNvPr>
          <p:cNvSpPr>
            <a:spLocks noGrp="1"/>
          </p:cNvSpPr>
          <p:nvPr>
            <p:ph type="title" hasCustomPrompt="1"/>
          </p:nvPr>
        </p:nvSpPr>
        <p:spPr>
          <a:xfrm>
            <a:off x="838200" y="3097609"/>
            <a:ext cx="10515600" cy="662782"/>
          </a:xfrm>
        </p:spPr>
        <p:txBody>
          <a:bodyPr lIns="0" tIns="0" rIns="0" bIns="0">
            <a:noAutofit/>
          </a:bodyPr>
          <a:lstStyle>
            <a:lvl1pPr algn="ctr">
              <a:defRPr sz="2800" b="1">
                <a:solidFill>
                  <a:schemeClr val="bg1"/>
                </a:solidFill>
              </a:defRPr>
            </a:lvl1pPr>
          </a:lstStyle>
          <a:p>
            <a:pPr lvl="0"/>
            <a:r>
              <a:rPr lang="en-US" dirty="0"/>
              <a:t>Questions?</a:t>
            </a:r>
          </a:p>
        </p:txBody>
      </p:sp>
      <p:cxnSp>
        <p:nvCxnSpPr>
          <p:cNvPr id="9" name="Straight Connector 8">
            <a:extLst>
              <a:ext uri="{FF2B5EF4-FFF2-40B4-BE49-F238E27FC236}">
                <a16:creationId xmlns:a16="http://schemas.microsoft.com/office/drawing/2014/main" id="{4C0C52EC-68C9-4B07-8A18-A51230252915}"/>
              </a:ext>
            </a:extLst>
          </p:cNvPr>
          <p:cNvCxnSpPr>
            <a:cxnSpLocks/>
          </p:cNvCxnSpPr>
          <p:nvPr userDrawn="1"/>
        </p:nvCxnSpPr>
        <p:spPr>
          <a:xfrm flipV="1">
            <a:off x="11314688" y="6085840"/>
            <a:ext cx="508749" cy="508533"/>
          </a:xfrm>
          <a:prstGeom prst="line">
            <a:avLst/>
          </a:prstGeom>
          <a:noFill/>
          <a:ln w="25400" cap="flat" cmpd="sng" algn="ctr">
            <a:solidFill>
              <a:schemeClr val="accent4"/>
            </a:solidFill>
            <a:prstDash val="solid"/>
            <a:miter lim="800000"/>
          </a:ln>
          <a:effectLst/>
        </p:spPr>
      </p:cxnSp>
      <p:sp>
        <p:nvSpPr>
          <p:cNvPr id="10" name="Rectangle 6">
            <a:extLst>
              <a:ext uri="{FF2B5EF4-FFF2-40B4-BE49-F238E27FC236}">
                <a16:creationId xmlns:a16="http://schemas.microsoft.com/office/drawing/2014/main" id="{8A5A731B-447B-469E-AB27-20346F482691}"/>
              </a:ext>
            </a:extLst>
          </p:cNvPr>
          <p:cNvSpPr>
            <a:spLocks noChangeAspect="1"/>
          </p:cNvSpPr>
          <p:nvPr userDrawn="1"/>
        </p:nvSpPr>
        <p:spPr>
          <a:xfrm>
            <a:off x="0" y="-6706"/>
            <a:ext cx="1170432" cy="1170432"/>
          </a:xfrm>
          <a:custGeom>
            <a:avLst/>
            <a:gdLst>
              <a:gd name="connsiteX0" fmla="*/ 0 w 1170432"/>
              <a:gd name="connsiteY0" fmla="*/ 0 h 1170432"/>
              <a:gd name="connsiteX1" fmla="*/ 1170432 w 1170432"/>
              <a:gd name="connsiteY1" fmla="*/ 0 h 1170432"/>
              <a:gd name="connsiteX2" fmla="*/ 1170432 w 1170432"/>
              <a:gd name="connsiteY2" fmla="*/ 1170432 h 1170432"/>
              <a:gd name="connsiteX3" fmla="*/ 0 w 1170432"/>
              <a:gd name="connsiteY3" fmla="*/ 1170432 h 1170432"/>
              <a:gd name="connsiteX4" fmla="*/ 0 w 1170432"/>
              <a:gd name="connsiteY4" fmla="*/ 0 h 1170432"/>
              <a:gd name="connsiteX0" fmla="*/ 0 w 1170432"/>
              <a:gd name="connsiteY0" fmla="*/ 0 h 1170432"/>
              <a:gd name="connsiteX1" fmla="*/ 1170432 w 1170432"/>
              <a:gd name="connsiteY1" fmla="*/ 0 h 1170432"/>
              <a:gd name="connsiteX2" fmla="*/ 0 w 1170432"/>
              <a:gd name="connsiteY2" fmla="*/ 1170432 h 1170432"/>
              <a:gd name="connsiteX3" fmla="*/ 0 w 1170432"/>
              <a:gd name="connsiteY3" fmla="*/ 0 h 1170432"/>
            </a:gdLst>
            <a:ahLst/>
            <a:cxnLst>
              <a:cxn ang="0">
                <a:pos x="connsiteX0" y="connsiteY0"/>
              </a:cxn>
              <a:cxn ang="0">
                <a:pos x="connsiteX1" y="connsiteY1"/>
              </a:cxn>
              <a:cxn ang="0">
                <a:pos x="connsiteX2" y="connsiteY2"/>
              </a:cxn>
              <a:cxn ang="0">
                <a:pos x="connsiteX3" y="connsiteY3"/>
              </a:cxn>
            </a:cxnLst>
            <a:rect l="l" t="t" r="r" b="b"/>
            <a:pathLst>
              <a:path w="1170432" h="1170432">
                <a:moveTo>
                  <a:pt x="0" y="0"/>
                </a:moveTo>
                <a:lnTo>
                  <a:pt x="1170432" y="0"/>
                </a:lnTo>
                <a:lnTo>
                  <a:pt x="0" y="1170432"/>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Slide Number Placeholder 6">
            <a:extLst>
              <a:ext uri="{FF2B5EF4-FFF2-40B4-BE49-F238E27FC236}">
                <a16:creationId xmlns:a16="http://schemas.microsoft.com/office/drawing/2014/main" id="{5EA08E8E-9736-439D-B24B-D774AF61C83A}"/>
              </a:ext>
            </a:extLst>
          </p:cNvPr>
          <p:cNvSpPr>
            <a:spLocks noGrp="1"/>
          </p:cNvSpPr>
          <p:nvPr>
            <p:ph type="sldNum" sz="quarter" idx="12"/>
          </p:nvPr>
        </p:nvSpPr>
        <p:spPr>
          <a:xfrm>
            <a:off x="11314687" y="6085840"/>
            <a:ext cx="508749" cy="508533"/>
          </a:xfrm>
        </p:spPr>
        <p:txBody>
          <a:bodyPr lIns="0" tIns="0" rIns="0" bIns="0" anchor="b"/>
          <a:lstStyle>
            <a:lvl1pPr algn="r">
              <a:defRPr/>
            </a:lvl1pPr>
          </a:lstStyle>
          <a:p>
            <a:fld id="{CD6D25CF-0D6E-4844-B79B-06FF722D38A1}" type="slidenum">
              <a:rPr lang="en-US" smtClean="0"/>
              <a:pPr/>
              <a:t>‹#›</a:t>
            </a:fld>
            <a:endParaRPr lang="en-US" dirty="0"/>
          </a:p>
        </p:txBody>
      </p:sp>
      <p:pic>
        <p:nvPicPr>
          <p:cNvPr id="12" name="Picture 13">
            <a:extLst>
              <a:ext uri="{FF2B5EF4-FFF2-40B4-BE49-F238E27FC236}">
                <a16:creationId xmlns:a16="http://schemas.microsoft.com/office/drawing/2014/main" id="{DE8722EF-A259-44E3-9F4D-34AC896C716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1852" r="11852"/>
          <a:stretch/>
        </p:blipFill>
        <p:spPr>
          <a:xfrm>
            <a:off x="-958037" y="-993246"/>
            <a:ext cx="2596337" cy="2629547"/>
          </a:xfrm>
          <a:prstGeom prst="rect">
            <a:avLst/>
          </a:prstGeom>
        </p:spPr>
      </p:pic>
      <p:sp>
        <p:nvSpPr>
          <p:cNvPr id="15" name="Content Placeholder 5">
            <a:extLst>
              <a:ext uri="{FF2B5EF4-FFF2-40B4-BE49-F238E27FC236}">
                <a16:creationId xmlns:a16="http://schemas.microsoft.com/office/drawing/2014/main" id="{0D464496-35A4-4BBD-975A-6F77FBA8DF67}"/>
              </a:ext>
            </a:extLst>
          </p:cNvPr>
          <p:cNvSpPr>
            <a:spLocks noGrp="1"/>
          </p:cNvSpPr>
          <p:nvPr>
            <p:ph sz="quarter" idx="4" hasCustomPrompt="1"/>
          </p:nvPr>
        </p:nvSpPr>
        <p:spPr>
          <a:xfrm>
            <a:off x="838200" y="6252094"/>
            <a:ext cx="10512552" cy="256032"/>
          </a:xfrm>
        </p:spPr>
        <p:txBody>
          <a:bodyPr lIns="0">
            <a:normAutofit/>
          </a:bodyPr>
          <a:lstStyle>
            <a:lvl1pPr marL="0" indent="0">
              <a:buNone/>
              <a:defRPr sz="1200" b="0">
                <a:solidFill>
                  <a:schemeClr val="bg1"/>
                </a:solidFill>
              </a:defRPr>
            </a:lvl1pPr>
          </a:lstStyle>
          <a:p>
            <a:pPr lvl="0"/>
            <a:r>
              <a:rPr lang="en-US" dirty="0"/>
              <a:t>Mathematica, Progress Together, and the “spotlight M” logo are registered trademarks of Mathematica Inc.</a:t>
            </a:r>
          </a:p>
        </p:txBody>
      </p:sp>
    </p:spTree>
    <p:extLst>
      <p:ext uri="{BB962C8B-B14F-4D97-AF65-F5344CB8AC3E}">
        <p14:creationId xmlns:p14="http://schemas.microsoft.com/office/powerpoint/2010/main" val="373995518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7CBCD9-AFE8-409A-96A7-8A3CDDD451DA}"/>
              </a:ext>
            </a:extLst>
          </p:cNvPr>
          <p:cNvSpPr>
            <a:spLocks noGrp="1"/>
          </p:cNvSpPr>
          <p:nvPr>
            <p:ph type="title"/>
          </p:nvPr>
        </p:nvSpPr>
        <p:spPr>
          <a:xfrm>
            <a:off x="838200" y="559593"/>
            <a:ext cx="10515600" cy="113204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0B0C11C-AD98-4E69-87AD-DFC10FC3A8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here to insert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980E354-FFB6-407D-AEC6-BCE5912055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A1911003-60BD-4CA1-A61A-744245800A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AA4A4F-2255-4556-BD44-F6424CBCEF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3"/>
                </a:solidFill>
              </a:defRPr>
            </a:lvl1pPr>
          </a:lstStyle>
          <a:p>
            <a:fld id="{6376EE71-D9CD-4866-A3E7-C3EB3486CB5C}" type="slidenum">
              <a:rPr lang="en-US" smtClean="0"/>
              <a:pPr/>
              <a:t>‹#›</a:t>
            </a:fld>
            <a:endParaRPr lang="en-US" dirty="0"/>
          </a:p>
        </p:txBody>
      </p:sp>
    </p:spTree>
    <p:extLst>
      <p:ext uri="{BB962C8B-B14F-4D97-AF65-F5344CB8AC3E}">
        <p14:creationId xmlns:p14="http://schemas.microsoft.com/office/powerpoint/2010/main" val="409869081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15" r:id="rId5"/>
    <p:sldLayoutId id="2147483724" r:id="rId6"/>
    <p:sldLayoutId id="2147483726" r:id="rId7"/>
    <p:sldLayoutId id="2147483725" r:id="rId8"/>
    <p:sldLayoutId id="2147483718" r:id="rId9"/>
    <p:sldLayoutId id="2147483716" r:id="rId10"/>
    <p:sldLayoutId id="2147483714" r:id="rId11"/>
    <p:sldLayoutId id="2147483719" r:id="rId12"/>
    <p:sldLayoutId id="2147483720" r:id="rId13"/>
    <p:sldLayoutId id="2147483728" r:id="rId14"/>
    <p:sldLayoutId id="2147483721" r:id="rId15"/>
    <p:sldLayoutId id="2147483712" r:id="rId16"/>
    <p:sldLayoutId id="2147483723" r:id="rId17"/>
    <p:sldLayoutId id="2147483722" r:id="rId18"/>
    <p:sldLayoutId id="2147483706" r:id="rId19"/>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3"/>
        </a:buClr>
        <a:buFont typeface="Arial Black" panose="020B0A04020102090204" pitchFamily="34" charset="0"/>
        <a:buChar char="⁄"/>
        <a:defRPr sz="2800" b="1" kern="1200">
          <a:solidFill>
            <a:schemeClr val="tx2"/>
          </a:solidFill>
          <a:latin typeface="+mj-lt"/>
          <a:ea typeface="+mn-ea"/>
          <a:cs typeface="+mn-cs"/>
        </a:defRPr>
      </a:lvl1pPr>
      <a:lvl2pPr marL="457200" indent="-228600" algn="l" defTabSz="914400" rtl="0" eaLnBrk="1" latinLnBrk="0" hangingPunct="1">
        <a:lnSpc>
          <a:spcPct val="100000"/>
        </a:lnSpc>
        <a:spcBef>
          <a:spcPts val="500"/>
        </a:spcBef>
        <a:buClr>
          <a:schemeClr val="tx2"/>
        </a:buClr>
        <a:buFont typeface="Times New Roman" panose="02020603050405020304" pitchFamily="18" charset="0"/>
        <a:buChar char="-"/>
        <a:defRPr lang="en-US" sz="2400" kern="1200" dirty="0" smtClean="0">
          <a:solidFill>
            <a:schemeClr val="tx1"/>
          </a:solidFill>
          <a:latin typeface="+mn-lt"/>
          <a:ea typeface="+mn-ea"/>
          <a:cs typeface="+mn-cs"/>
        </a:defRPr>
      </a:lvl2pPr>
      <a:lvl3pPr marL="685800" indent="-228600" algn="l" defTabSz="914400" rtl="0" eaLnBrk="1" latinLnBrk="0" hangingPunct="1">
        <a:lnSpc>
          <a:spcPct val="100000"/>
        </a:lnSpc>
        <a:spcBef>
          <a:spcPts val="500"/>
        </a:spcBef>
        <a:buClr>
          <a:schemeClr val="tx2"/>
        </a:buClr>
        <a:buFont typeface="Courier New" panose="02070309020205020404" pitchFamily="49" charset="0"/>
        <a:buChar char="o"/>
        <a:defRPr sz="20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buFont typeface="Times New Roman" panose="02020603050405020304" pitchFamily="18" charset="0"/>
        <a:buChar char="-"/>
        <a:defRPr sz="18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FC02-C7CB-43EB-A40C-985CD4549559}"/>
              </a:ext>
            </a:extLst>
          </p:cNvPr>
          <p:cNvSpPr>
            <a:spLocks noGrp="1"/>
          </p:cNvSpPr>
          <p:nvPr>
            <p:ph type="ctrTitle"/>
          </p:nvPr>
        </p:nvSpPr>
        <p:spPr>
          <a:xfrm>
            <a:off x="1081572" y="1828800"/>
            <a:ext cx="9061888" cy="1600200"/>
          </a:xfrm>
        </p:spPr>
        <p:txBody>
          <a:bodyPr>
            <a:normAutofit/>
          </a:bodyPr>
          <a:lstStyle/>
          <a:p>
            <a:r>
              <a:rPr lang="en-US" dirty="0" err="1"/>
              <a:t>iBCF</a:t>
            </a:r>
            <a:r>
              <a:rPr lang="en-US" dirty="0"/>
              <a:t>, or </a:t>
            </a:r>
            <a:r>
              <a:rPr lang="en-US" dirty="0" err="1"/>
              <a:t>uBCF</a:t>
            </a:r>
            <a:r>
              <a:rPr lang="en-US" dirty="0"/>
              <a:t>?</a:t>
            </a:r>
          </a:p>
        </p:txBody>
      </p:sp>
      <p:sp>
        <p:nvSpPr>
          <p:cNvPr id="3" name="Subtitle 2">
            <a:extLst>
              <a:ext uri="{FF2B5EF4-FFF2-40B4-BE49-F238E27FC236}">
                <a16:creationId xmlns:a16="http://schemas.microsoft.com/office/drawing/2014/main" id="{93B31E79-27E5-4820-8D9D-B649F445CB00}"/>
              </a:ext>
            </a:extLst>
          </p:cNvPr>
          <p:cNvSpPr>
            <a:spLocks noGrp="1"/>
          </p:cNvSpPr>
          <p:nvPr>
            <p:ph type="subTitle" idx="1"/>
          </p:nvPr>
        </p:nvSpPr>
        <p:spPr/>
        <p:txBody>
          <a:bodyPr/>
          <a:lstStyle/>
          <a:p>
            <a:endParaRPr lang="en-US" dirty="0"/>
          </a:p>
        </p:txBody>
      </p:sp>
      <p:sp>
        <p:nvSpPr>
          <p:cNvPr id="4" name="Content Placeholder 3">
            <a:extLst>
              <a:ext uri="{FF2B5EF4-FFF2-40B4-BE49-F238E27FC236}">
                <a16:creationId xmlns:a16="http://schemas.microsoft.com/office/drawing/2014/main" id="{A987A3FC-C33B-47B5-A307-6E8BFB491999}"/>
              </a:ext>
            </a:extLst>
          </p:cNvPr>
          <p:cNvSpPr>
            <a:spLocks noGrp="1"/>
          </p:cNvSpPr>
          <p:nvPr>
            <p:ph sz="quarter" idx="10"/>
          </p:nvPr>
        </p:nvSpPr>
        <p:spPr/>
        <p:txBody>
          <a:bodyPr/>
          <a:lstStyle/>
          <a:p>
            <a:r>
              <a:rPr lang="en-US" dirty="0"/>
              <a:t>March 9, 2023</a:t>
            </a:r>
          </a:p>
          <a:p>
            <a:r>
              <a:rPr lang="en-US" dirty="0"/>
              <a:t>Dan Thal</a:t>
            </a:r>
          </a:p>
        </p:txBody>
      </p:sp>
      <p:sp>
        <p:nvSpPr>
          <p:cNvPr id="5" name="Title 1">
            <a:extLst>
              <a:ext uri="{FF2B5EF4-FFF2-40B4-BE49-F238E27FC236}">
                <a16:creationId xmlns:a16="http://schemas.microsoft.com/office/drawing/2014/main" id="{32E05528-7000-B7BE-E29E-270C270A8A48}"/>
              </a:ext>
            </a:extLst>
          </p:cNvPr>
          <p:cNvSpPr txBox="1">
            <a:spLocks/>
          </p:cNvSpPr>
          <p:nvPr/>
        </p:nvSpPr>
        <p:spPr>
          <a:xfrm>
            <a:off x="1081572" y="1828800"/>
            <a:ext cx="9061888" cy="1600200"/>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r>
              <a:rPr lang="en-US" dirty="0" err="1"/>
              <a:t>iBCF</a:t>
            </a:r>
            <a:endParaRPr lang="en-US" dirty="0"/>
          </a:p>
        </p:txBody>
      </p:sp>
    </p:spTree>
    <p:extLst>
      <p:ext uri="{BB962C8B-B14F-4D97-AF65-F5344CB8AC3E}">
        <p14:creationId xmlns:p14="http://schemas.microsoft.com/office/powerpoint/2010/main" val="61656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Agenda</a:t>
            </a:r>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r>
              <a:rPr lang="en-US" dirty="0"/>
              <a:t>Overview of uses of BCF for PCF</a:t>
            </a:r>
          </a:p>
          <a:p>
            <a:r>
              <a:rPr lang="en-US" dirty="0"/>
              <a:t>Proposed simplification of BCF</a:t>
            </a:r>
          </a:p>
          <a:p>
            <a:r>
              <a:rPr lang="en-US" dirty="0"/>
              <a:t>Simulation results</a:t>
            </a:r>
          </a:p>
          <a:p>
            <a:r>
              <a:rPr lang="en-US" dirty="0"/>
              <a:t>Discussion</a:t>
            </a:r>
          </a:p>
          <a:p>
            <a:endParaRPr lang="en-US" dirty="0"/>
          </a:p>
          <a:p>
            <a:endParaRPr lang="en-US" dirty="0"/>
          </a:p>
        </p:txBody>
      </p:sp>
    </p:spTree>
    <p:extLst>
      <p:ext uri="{BB962C8B-B14F-4D97-AF65-F5344CB8AC3E}">
        <p14:creationId xmlns:p14="http://schemas.microsoft.com/office/powerpoint/2010/main" val="25072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Goals: uses for </a:t>
            </a:r>
            <a:r>
              <a:rPr lang="en-US" dirty="0" err="1"/>
              <a:t>iBCF</a:t>
            </a:r>
            <a:endParaRPr lang="en-US" dirty="0"/>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r>
              <a:rPr lang="en-US" dirty="0"/>
              <a:t>Estimate impacts</a:t>
            </a:r>
          </a:p>
          <a:p>
            <a:pPr lvl="1"/>
            <a:r>
              <a:rPr lang="en-US" dirty="0"/>
              <a:t>Overall and by subgroup</a:t>
            </a:r>
          </a:p>
          <a:p>
            <a:r>
              <a:rPr lang="en-US" dirty="0"/>
              <a:t>Scalability analysis</a:t>
            </a:r>
          </a:p>
          <a:p>
            <a:pPr lvl="1"/>
            <a:r>
              <a:rPr lang="en-US" dirty="0"/>
              <a:t>Extrapolating heterogeneity of impacts</a:t>
            </a:r>
          </a:p>
          <a:p>
            <a:r>
              <a:rPr lang="en-US" dirty="0"/>
              <a:t>Identify exemplars</a:t>
            </a:r>
          </a:p>
          <a:p>
            <a:pPr lvl="1"/>
            <a:r>
              <a:rPr lang="en-US" dirty="0"/>
              <a:t>Based on performance above and beyond what we expect</a:t>
            </a:r>
          </a:p>
          <a:p>
            <a:r>
              <a:rPr lang="en-US" dirty="0"/>
              <a:t>Payment calibration</a:t>
            </a:r>
          </a:p>
          <a:p>
            <a:pPr lvl="1"/>
            <a:r>
              <a:rPr lang="en-US" dirty="0"/>
              <a:t>Correlating PBA and practice impact</a:t>
            </a:r>
          </a:p>
          <a:p>
            <a:endParaRPr lang="en-US" dirty="0"/>
          </a:p>
          <a:p>
            <a:endParaRPr lang="en-US" dirty="0"/>
          </a:p>
        </p:txBody>
      </p:sp>
    </p:spTree>
    <p:extLst>
      <p:ext uri="{BB962C8B-B14F-4D97-AF65-F5344CB8AC3E}">
        <p14:creationId xmlns:p14="http://schemas.microsoft.com/office/powerpoint/2010/main" val="347154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BCF Recap</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b="1"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b="1" i="1" smtClean="0">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𝝅</m:t>
                            </m:r>
                          </m:e>
                          <m:sub>
                            <m:r>
                              <a:rPr lang="en-US" b="1" i="1" smtClean="0">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b="1" i="1" smtClean="0">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b="1" i="1" smtClean="0">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b="1" i="1" smtClean="0">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b="1" i="1" smtClean="0">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b="1" i="1" smtClean="0">
                            <a:latin typeface="Cambria Math" panose="02040503050406030204" pitchFamily="18" charset="0"/>
                          </a:rPr>
                        </m:ctrlPr>
                      </m:sSubPr>
                      <m:e>
                        <m:r>
                          <a:rPr lang="en-US" b="0" i="1" smtClean="0">
                            <a:latin typeface="Cambria Math" panose="02040503050406030204" pitchFamily="18" charset="0"/>
                          </a:rPr>
                          <m:t>𝑧</m:t>
                        </m:r>
                      </m:e>
                      <m:sub>
                        <m:r>
                          <a:rPr lang="en-US" b="1" i="1" smtClean="0">
                            <a:latin typeface="Cambria Math" panose="02040503050406030204" pitchFamily="18" charset="0"/>
                          </a:rPr>
                          <m:t>𝒋</m:t>
                        </m:r>
                      </m:sub>
                    </m:sSub>
                    <m:sSub>
                      <m:sSubPr>
                        <m:ctrlPr>
                          <a:rPr lang="en-US" b="1" i="1" smtClean="0">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b="1" i="1" smtClean="0">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𝜀</m:t>
                            </m:r>
                          </m:e>
                        </m:acc>
                      </m:e>
                      <m:sub>
                        <m:r>
                          <a:rPr lang="en-US" b="0" i="1" smtClean="0">
                            <a:latin typeface="Cambria Math" panose="02040503050406030204" pitchFamily="18" charset="0"/>
                          </a:rPr>
                          <m:t>𝑗</m:t>
                        </m:r>
                      </m:sub>
                    </m:sSub>
                  </m:oMath>
                </a14:m>
                <a:endParaRPr lang="en-US" dirty="0"/>
              </a:p>
              <a:p>
                <a:r>
                  <a:rPr lang="en-US" dirty="0"/>
                  <a:t>Base BCF includes nonlinear </a:t>
                </a:r>
                <a:r>
                  <a:rPr lang="en-US" dirty="0" err="1">
                    <a:solidFill>
                      <a:srgbClr val="FF0000"/>
                    </a:solidFill>
                  </a:rPr>
                  <a:t>deconfounding</a:t>
                </a:r>
                <a:r>
                  <a:rPr lang="en-US" dirty="0"/>
                  <a:t> and </a:t>
                </a:r>
                <a:r>
                  <a:rPr lang="en-US" dirty="0">
                    <a:solidFill>
                      <a:srgbClr val="00B0F0"/>
                    </a:solidFill>
                  </a:rPr>
                  <a:t>heterogeneity estimation</a:t>
                </a:r>
              </a:p>
              <a:p>
                <a:r>
                  <a:rPr lang="en-US" dirty="0" err="1"/>
                  <a:t>iBCF</a:t>
                </a:r>
                <a:r>
                  <a:rPr lang="en-US" dirty="0"/>
                  <a:t> adds both practice </a:t>
                </a:r>
                <a:r>
                  <a:rPr lang="en-US" dirty="0">
                    <a:solidFill>
                      <a:srgbClr val="FFC000"/>
                    </a:solidFill>
                  </a:rPr>
                  <a:t>random effects </a:t>
                </a:r>
                <a:r>
                  <a:rPr lang="en-US" dirty="0"/>
                  <a:t>and </a:t>
                </a:r>
                <a:r>
                  <a:rPr lang="en-US" dirty="0">
                    <a:solidFill>
                      <a:srgbClr val="7030A0"/>
                    </a:solidFill>
                  </a:rPr>
                  <a:t>idiosyncratic treatment impacts</a:t>
                </a:r>
              </a:p>
              <a:p>
                <a:endParaRPr lang="en-US" dirty="0"/>
              </a:p>
            </p:txBody>
          </p:sp>
        </mc:Choice>
        <mc:Fallback xmlns="">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1539905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Goals: requirements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𝑧</m:t>
                        </m:r>
                      </m:e>
                      <m:sub>
                        <m:r>
                          <a:rPr lang="en-US" i="1">
                            <a:latin typeface="Cambria Math" panose="02040503050406030204" pitchFamily="18" charset="0"/>
                          </a:rPr>
                          <m:t>𝒋</m:t>
                        </m:r>
                      </m:sub>
                    </m:sSub>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i="1">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Estimate impacts</a:t>
                </a:r>
              </a:p>
              <a:p>
                <a:pPr lvl="1"/>
                <a:r>
                  <a:rPr lang="en-US" dirty="0"/>
                  <a:t>Requires careful </a:t>
                </a:r>
                <a:r>
                  <a:rPr lang="en-US" b="1" dirty="0" err="1">
                    <a:solidFill>
                      <a:srgbClr val="FF0000"/>
                    </a:solidFill>
                  </a:rPr>
                  <a:t>deconfounding</a:t>
                </a:r>
                <a:r>
                  <a:rPr lang="en-US" dirty="0"/>
                  <a:t>, and </a:t>
                </a:r>
                <a:r>
                  <a:rPr lang="en-US" b="1" dirty="0">
                    <a:solidFill>
                      <a:srgbClr val="00B0F0"/>
                    </a:solidFill>
                  </a:rPr>
                  <a:t>heterogeneity</a:t>
                </a:r>
                <a:r>
                  <a:rPr lang="en-US" dirty="0"/>
                  <a:t> estimation</a:t>
                </a:r>
              </a:p>
              <a:p>
                <a:r>
                  <a:rPr lang="en-US" dirty="0"/>
                  <a:t>Scalability analysis</a:t>
                </a:r>
              </a:p>
              <a:p>
                <a:pPr lvl="1"/>
                <a:r>
                  <a:rPr lang="en-US" dirty="0"/>
                  <a:t>Relies even more heavily on </a:t>
                </a:r>
                <a:r>
                  <a:rPr lang="en-US" b="1" dirty="0">
                    <a:solidFill>
                      <a:srgbClr val="00B0F0"/>
                    </a:solidFill>
                  </a:rPr>
                  <a:t>covariate-explained heterogeneity</a:t>
                </a:r>
              </a:p>
              <a:p>
                <a:r>
                  <a:rPr lang="en-US" dirty="0"/>
                  <a:t>Identify exemplars</a:t>
                </a:r>
              </a:p>
              <a:p>
                <a:pPr lvl="1"/>
                <a:r>
                  <a:rPr lang="en-US" dirty="0"/>
                  <a:t>Need to estimate </a:t>
                </a:r>
                <a:r>
                  <a:rPr lang="en-US" b="1" dirty="0">
                    <a:solidFill>
                      <a:srgbClr val="F1B51C"/>
                    </a:solidFill>
                  </a:rPr>
                  <a:t>resid</a:t>
                </a:r>
                <a:r>
                  <a:rPr lang="en-US" b="1" dirty="0">
                    <a:solidFill>
                      <a:srgbClr val="7030A0"/>
                    </a:solidFill>
                  </a:rPr>
                  <a:t>uals</a:t>
                </a:r>
              </a:p>
              <a:p>
                <a:r>
                  <a:rPr lang="en-US" dirty="0"/>
                  <a:t>Payment calibration</a:t>
                </a:r>
              </a:p>
              <a:p>
                <a:pPr lvl="1"/>
                <a:r>
                  <a:rPr lang="en-US" dirty="0"/>
                  <a:t>Want accurate </a:t>
                </a:r>
                <a:r>
                  <a:rPr lang="en-US" b="1" dirty="0">
                    <a:solidFill>
                      <a:srgbClr val="00B0F0"/>
                    </a:solidFill>
                  </a:rPr>
                  <a:t>imp</a:t>
                </a:r>
                <a:r>
                  <a:rPr lang="en-US" b="1" dirty="0">
                    <a:solidFill>
                      <a:srgbClr val="7030A0"/>
                    </a:solidFill>
                  </a:rPr>
                  <a:t>act</a:t>
                </a:r>
                <a:r>
                  <a:rPr lang="en-US" b="1" dirty="0"/>
                  <a:t> </a:t>
                </a:r>
                <a:r>
                  <a:rPr lang="en-US" dirty="0"/>
                  <a:t>estimates</a:t>
                </a:r>
              </a:p>
              <a:p>
                <a:endParaRPr lang="en-US" dirty="0"/>
              </a:p>
              <a:p>
                <a:endParaRPr lang="en-US" dirty="0"/>
              </a:p>
            </p:txBody>
          </p:sp>
        </mc:Choice>
        <mc:Fallback xmlns="">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b="-16261"/>
                </a:stretch>
              </a:blipFill>
            </p:spPr>
            <p:txBody>
              <a:bodyPr/>
              <a:lstStyle/>
              <a:p>
                <a:r>
                  <a:rPr lang="en-US">
                    <a:noFill/>
                  </a:rPr>
                  <a:t> </a:t>
                </a:r>
              </a:p>
            </p:txBody>
          </p:sp>
        </mc:Fallback>
      </mc:AlternateContent>
    </p:spTree>
    <p:extLst>
      <p:ext uri="{BB962C8B-B14F-4D97-AF65-F5344CB8AC3E}">
        <p14:creationId xmlns:p14="http://schemas.microsoft.com/office/powerpoint/2010/main" val="311733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err="1"/>
              <a:t>iBCF</a:t>
            </a:r>
            <a:r>
              <a:rPr lang="en-US" dirty="0"/>
              <a:t> challenges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b="1"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b="1" i="1" smtClean="0">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𝝅</m:t>
                            </m:r>
                          </m:e>
                          <m:sub>
                            <m:r>
                              <a:rPr lang="en-US" b="1" i="1" smtClean="0">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b="1" i="1" smtClean="0">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b="1" i="1" smtClean="0">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b="1" i="1" smtClean="0">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b="1" i="1" smtClean="0">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b="1" i="1" smtClean="0">
                            <a:latin typeface="Cambria Math" panose="02040503050406030204" pitchFamily="18" charset="0"/>
                          </a:rPr>
                        </m:ctrlPr>
                      </m:sSubPr>
                      <m:e>
                        <m:r>
                          <a:rPr lang="en-US" b="0" i="1" smtClean="0">
                            <a:latin typeface="Cambria Math" panose="02040503050406030204" pitchFamily="18" charset="0"/>
                          </a:rPr>
                          <m:t>𝑧</m:t>
                        </m:r>
                      </m:e>
                      <m:sub>
                        <m:r>
                          <a:rPr lang="en-US" b="1" i="1" smtClean="0">
                            <a:latin typeface="Cambria Math" panose="02040503050406030204" pitchFamily="18" charset="0"/>
                          </a:rPr>
                          <m:t>𝒋</m:t>
                        </m:r>
                      </m:sub>
                    </m:sSub>
                    <m:sSub>
                      <m:sSubPr>
                        <m:ctrlPr>
                          <a:rPr lang="en-US" b="1" i="1" smtClean="0">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b="1" i="1" smtClean="0">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a:latin typeface="Cambria Math" panose="02040503050406030204" pitchFamily="18" charset="0"/>
                              </a:rPr>
                              <m:t>𝜀</m:t>
                            </m:r>
                          </m:e>
                        </m:acc>
                      </m:e>
                      <m:sub>
                        <m:r>
                          <a:rPr lang="en-US" b="0" i="1" smtClean="0">
                            <a:latin typeface="Cambria Math" panose="02040503050406030204" pitchFamily="18" charset="0"/>
                          </a:rPr>
                          <m:t>𝑗</m:t>
                        </m:r>
                      </m:sub>
                    </m:sSub>
                  </m:oMath>
                </a14:m>
                <a:endParaRPr lang="en-US" dirty="0"/>
              </a:p>
              <a:p>
                <a:r>
                  <a:rPr lang="en-US" dirty="0"/>
                  <a:t>The scale of the </a:t>
                </a:r>
                <a:r>
                  <a:rPr lang="en-US" dirty="0">
                    <a:solidFill>
                      <a:srgbClr val="FFC000"/>
                    </a:solidFill>
                  </a:rPr>
                  <a:t>random effects </a:t>
                </a:r>
                <a:r>
                  <a:rPr lang="en-US" dirty="0"/>
                  <a:t>is very identifiable, although each practice’s specific effect is less so</a:t>
                </a:r>
              </a:p>
              <a:p>
                <a:r>
                  <a:rPr lang="en-US" dirty="0"/>
                  <a:t>The </a:t>
                </a:r>
                <a:r>
                  <a:rPr lang="en-US" dirty="0">
                    <a:solidFill>
                      <a:srgbClr val="7030A0"/>
                    </a:solidFill>
                  </a:rPr>
                  <a:t>idiosyncratic treatment impacts </a:t>
                </a:r>
                <a:r>
                  <a:rPr lang="en-US" dirty="0"/>
                  <a:t>are essentially unidentifiable, both their scale and the effects themselves</a:t>
                </a:r>
              </a:p>
              <a:p>
                <a:endParaRPr lang="en-US" dirty="0"/>
              </a:p>
            </p:txBody>
          </p:sp>
        </mc:Choice>
        <mc:Fallback xmlns="">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a:stretch>
              </a:blipFill>
            </p:spPr>
            <p:txBody>
              <a:bodyPr/>
              <a:lstStyle/>
              <a:p>
                <a:r>
                  <a:rPr lang="en-US">
                    <a:noFill/>
                  </a:rPr>
                  <a:t> </a:t>
                </a:r>
              </a:p>
            </p:txBody>
          </p:sp>
        </mc:Fallback>
      </mc:AlternateContent>
    </p:spTree>
    <p:extLst>
      <p:ext uri="{BB962C8B-B14F-4D97-AF65-F5344CB8AC3E}">
        <p14:creationId xmlns:p14="http://schemas.microsoft.com/office/powerpoint/2010/main" val="2044552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Proposal</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𝑧</m:t>
                        </m:r>
                      </m:e>
                      <m:sub>
                        <m:r>
                          <a:rPr lang="en-US" i="1">
                            <a:latin typeface="Cambria Math" panose="02040503050406030204" pitchFamily="18" charset="0"/>
                          </a:rPr>
                          <m:t>𝒋</m:t>
                        </m:r>
                      </m:sub>
                    </m:sSub>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i="1">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Given the difficulties identifying </a:t>
                </a:r>
                <a:r>
                  <a:rPr lang="en-US" dirty="0">
                    <a:solidFill>
                      <a:srgbClr val="7030A0"/>
                    </a:solidFill>
                  </a:rPr>
                  <a:t>idiosyncratic treatment effects</a:t>
                </a:r>
                <a:r>
                  <a:rPr lang="en-US" dirty="0"/>
                  <a:t>, omit them from the main model, but keep the </a:t>
                </a:r>
                <a:r>
                  <a:rPr lang="en-US" dirty="0">
                    <a:solidFill>
                      <a:srgbClr val="FFC000"/>
                    </a:solidFill>
                  </a:rPr>
                  <a:t>practice random effects</a:t>
                </a:r>
              </a:p>
              <a:p>
                <a:r>
                  <a:rPr lang="en-US" dirty="0"/>
                  <a:t>Keep in mind: these are both residuals so their average is 0, and they are uncorrelated with covariates</a:t>
                </a:r>
              </a:p>
              <a:p>
                <a:r>
                  <a:rPr lang="en-US" dirty="0"/>
                  <a:t>Additionally remember: scale of </a:t>
                </a:r>
                <a:r>
                  <a:rPr lang="en-US" dirty="0">
                    <a:solidFill>
                      <a:srgbClr val="FFC000"/>
                    </a:solidFill>
                  </a:rPr>
                  <a:t>practice effects </a:t>
                </a:r>
                <a:r>
                  <a:rPr lang="en-US" dirty="0"/>
                  <a:t>is likely much, much bigger than scale of </a:t>
                </a:r>
                <a:r>
                  <a:rPr lang="en-US" dirty="0">
                    <a:solidFill>
                      <a:srgbClr val="7030A0"/>
                    </a:solidFill>
                  </a:rPr>
                  <a:t>idiosyncratic effects</a:t>
                </a:r>
              </a:p>
            </p:txBody>
          </p:sp>
        </mc:Choice>
        <mc:Fallback xmlns="">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b="-2888"/>
                </a:stretch>
              </a:blipFill>
            </p:spPr>
            <p:txBody>
              <a:bodyPr/>
              <a:lstStyle/>
              <a:p>
                <a:r>
                  <a:rPr lang="en-US">
                    <a:noFill/>
                  </a:rPr>
                  <a:t> </a:t>
                </a:r>
              </a:p>
            </p:txBody>
          </p:sp>
        </mc:Fallback>
      </mc:AlternateContent>
      <p:sp>
        <p:nvSpPr>
          <p:cNvPr id="5" name="Flowchart: Summing Junction 4">
            <a:extLst>
              <a:ext uri="{FF2B5EF4-FFF2-40B4-BE49-F238E27FC236}">
                <a16:creationId xmlns:a16="http://schemas.microsoft.com/office/drawing/2014/main" id="{DB8540F9-8988-29B3-1907-72186A12A054}"/>
              </a:ext>
            </a:extLst>
          </p:cNvPr>
          <p:cNvSpPr/>
          <p:nvPr/>
        </p:nvSpPr>
        <p:spPr>
          <a:xfrm>
            <a:off x="6251459" y="1871330"/>
            <a:ext cx="612648" cy="612648"/>
          </a:xfrm>
          <a:prstGeom prst="flowChartSummingJunct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899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Goals: implications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𝑧</m:t>
                        </m:r>
                      </m:e>
                      <m:sub>
                        <m:r>
                          <a:rPr lang="en-US" i="1">
                            <a:latin typeface="Cambria Math" panose="02040503050406030204" pitchFamily="18" charset="0"/>
                          </a:rPr>
                          <m:t>𝒋</m:t>
                        </m:r>
                      </m:sub>
                    </m:sSub>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i="1">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Estimate impacts</a:t>
                </a:r>
              </a:p>
              <a:p>
                <a:pPr lvl="1"/>
                <a:r>
                  <a:rPr lang="en-US" dirty="0"/>
                  <a:t>No effect, </a:t>
                </a:r>
                <a:r>
                  <a:rPr lang="en-US" b="1" dirty="0">
                    <a:solidFill>
                      <a:srgbClr val="7030A0"/>
                    </a:solidFill>
                  </a:rPr>
                  <a:t>idiosyncrasies</a:t>
                </a:r>
                <a:r>
                  <a:rPr lang="en-US" dirty="0"/>
                  <a:t> cancel out for groups of practices</a:t>
                </a:r>
              </a:p>
              <a:p>
                <a:r>
                  <a:rPr lang="en-US" dirty="0"/>
                  <a:t>Scalability analysis</a:t>
                </a:r>
              </a:p>
              <a:p>
                <a:pPr lvl="1"/>
                <a:r>
                  <a:rPr lang="en-US" dirty="0"/>
                  <a:t>Ditto</a:t>
                </a:r>
                <a:endParaRPr lang="en-US" b="1" dirty="0">
                  <a:solidFill>
                    <a:srgbClr val="00B0F0"/>
                  </a:solidFill>
                </a:endParaRPr>
              </a:p>
              <a:p>
                <a:r>
                  <a:rPr lang="en-US" dirty="0"/>
                  <a:t>Identify exemplars</a:t>
                </a:r>
              </a:p>
              <a:p>
                <a:pPr lvl="1"/>
                <a:r>
                  <a:rPr lang="en-US" dirty="0"/>
                  <a:t>Minimal; </a:t>
                </a:r>
                <a:r>
                  <a:rPr lang="en-US" b="1" dirty="0">
                    <a:solidFill>
                      <a:srgbClr val="7030A0"/>
                    </a:solidFill>
                  </a:rPr>
                  <a:t>idiosyncratic treatment effects </a:t>
                </a:r>
                <a:r>
                  <a:rPr lang="en-US" dirty="0"/>
                  <a:t>probably ~2% of </a:t>
                </a:r>
                <a:r>
                  <a:rPr lang="en-US" b="1" dirty="0">
                    <a:solidFill>
                      <a:srgbClr val="FFC000"/>
                    </a:solidFill>
                  </a:rPr>
                  <a:t>residual</a:t>
                </a:r>
                <a:r>
                  <a:rPr lang="en-US" b="1" dirty="0">
                    <a:solidFill>
                      <a:srgbClr val="7030A0"/>
                    </a:solidFill>
                  </a:rPr>
                  <a:t>s</a:t>
                </a:r>
              </a:p>
              <a:p>
                <a:r>
                  <a:rPr lang="en-US" dirty="0"/>
                  <a:t>Payment calibration</a:t>
                </a:r>
              </a:p>
              <a:p>
                <a:pPr lvl="1"/>
                <a:r>
                  <a:rPr lang="en-US" dirty="0"/>
                  <a:t>Because of poor identification, </a:t>
                </a:r>
                <a:r>
                  <a:rPr lang="en-US" b="1" dirty="0">
                    <a:solidFill>
                      <a:srgbClr val="7030A0"/>
                    </a:solidFill>
                  </a:rPr>
                  <a:t>idiosyncrasies</a:t>
                </a:r>
                <a:r>
                  <a:rPr lang="en-US" dirty="0"/>
                  <a:t> don’t affect </a:t>
                </a:r>
                <a:r>
                  <a:rPr lang="en-US" b="1" dirty="0">
                    <a:solidFill>
                      <a:srgbClr val="00B0F0"/>
                    </a:solidFill>
                  </a:rPr>
                  <a:t>point estimate</a:t>
                </a:r>
                <a:r>
                  <a:rPr lang="en-US" b="1" dirty="0">
                    <a:solidFill>
                      <a:srgbClr val="7030A0"/>
                    </a:solidFill>
                  </a:rPr>
                  <a:t>s</a:t>
                </a:r>
              </a:p>
            </p:txBody>
          </p:sp>
        </mc:Choice>
        <mc:Fallback xmlns="">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b="-16261"/>
                </a:stretch>
              </a:blipFill>
            </p:spPr>
            <p:txBody>
              <a:bodyPr/>
              <a:lstStyle/>
              <a:p>
                <a:r>
                  <a:rPr lang="en-US">
                    <a:noFill/>
                  </a:rPr>
                  <a:t> </a:t>
                </a:r>
              </a:p>
            </p:txBody>
          </p:sp>
        </mc:Fallback>
      </mc:AlternateContent>
      <p:sp>
        <p:nvSpPr>
          <p:cNvPr id="6" name="Flowchart: Summing Junction 5">
            <a:extLst>
              <a:ext uri="{FF2B5EF4-FFF2-40B4-BE49-F238E27FC236}">
                <a16:creationId xmlns:a16="http://schemas.microsoft.com/office/drawing/2014/main" id="{82443E98-3153-90CA-366E-F6A7470797D6}"/>
              </a:ext>
            </a:extLst>
          </p:cNvPr>
          <p:cNvSpPr/>
          <p:nvPr/>
        </p:nvSpPr>
        <p:spPr>
          <a:xfrm>
            <a:off x="6251459" y="1871330"/>
            <a:ext cx="612648" cy="612648"/>
          </a:xfrm>
          <a:prstGeom prst="flowChartSummingJunct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773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Alternative payment calibration idea</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noAutofit/>
              </a:bodyPr>
              <a:lstStyle/>
              <a:p>
                <a14:m>
                  <m:oMath xmlns:m="http://schemas.openxmlformats.org/officeDocument/2006/math">
                    <m:sSub>
                      <m:sSubPr>
                        <m:ctrlPr>
                          <a:rPr lang="en-US" b="0" i="1" smtClean="0">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b="1"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𝑧</m:t>
                        </m:r>
                      </m:e>
                      <m:sub>
                        <m:r>
                          <a:rPr lang="en-US" i="1">
                            <a:latin typeface="Cambria Math" panose="02040503050406030204" pitchFamily="18" charset="0"/>
                          </a:rPr>
                          <m:t>𝒋</m:t>
                        </m:r>
                      </m:sub>
                    </m:sSub>
                    <m:sSub>
                      <m:sSubPr>
                        <m:ctrlPr>
                          <a:rPr lang="en-US" i="1">
                            <a:solidFill>
                              <a:srgbClr val="7030A0"/>
                            </a:solidFill>
                            <a:latin typeface="Cambria Math" panose="02040503050406030204" pitchFamily="18" charset="0"/>
                          </a:rPr>
                        </m:ctrlPr>
                      </m:sSubPr>
                      <m:e>
                        <m:r>
                          <a:rPr lang="en-US" i="1">
                            <a:solidFill>
                              <a:srgbClr val="7030A0"/>
                            </a:solidFill>
                            <a:latin typeface="Cambria Math" panose="02040503050406030204" pitchFamily="18" charset="0"/>
                          </a:rPr>
                          <m:t>𝒗</m:t>
                        </m:r>
                      </m:e>
                      <m:sub>
                        <m:r>
                          <a:rPr lang="en-US" i="1">
                            <a:solidFill>
                              <a:srgbClr val="7030A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We are curious how PBA payments effect response to PCF</a:t>
                </a:r>
              </a:p>
              <a:p>
                <a:r>
                  <a:rPr lang="en-US" b="1" dirty="0">
                    <a:solidFill>
                      <a:schemeClr val="tx2"/>
                    </a:solidFill>
                  </a:rPr>
                  <a:t>So include PBAs in </a:t>
                </a:r>
                <a14:m>
                  <m:oMath xmlns:m="http://schemas.openxmlformats.org/officeDocument/2006/math">
                    <m:r>
                      <a:rPr lang="en-US" b="1" i="1" smtClean="0">
                        <a:solidFill>
                          <a:schemeClr val="tx2"/>
                        </a:solidFill>
                        <a:latin typeface="Cambria Math" panose="02040503050406030204" pitchFamily="18" charset="0"/>
                      </a:rPr>
                      <m:t>𝝉</m:t>
                    </m:r>
                  </m:oMath>
                </a14:m>
                <a:r>
                  <a:rPr lang="en-US" b="1" dirty="0">
                    <a:solidFill>
                      <a:schemeClr val="tx2"/>
                    </a:solidFill>
                  </a:rPr>
                  <a:t>!</a:t>
                </a:r>
              </a:p>
              <a:p>
                <a14:m>
                  <m:oMath xmlns:m="http://schemas.openxmlformats.org/officeDocument/2006/math">
                    <m:sSub>
                      <m:sSubPr>
                        <m:ctrlPr>
                          <a:rPr lang="en-US" b="0" i="1">
                            <a:latin typeface="Cambria Math" panose="02040503050406030204" pitchFamily="18" charset="0"/>
                          </a:rPr>
                        </m:ctrlPr>
                      </m:sSubPr>
                      <m:e>
                        <m:r>
                          <m:rPr>
                            <m:sty m:val="p"/>
                          </m:rPr>
                          <a:rPr lang="en-US" b="0">
                            <a:latin typeface="Cambria Math" panose="02040503050406030204" pitchFamily="18" charset="0"/>
                          </a:rPr>
                          <m:t>Δ</m:t>
                        </m:r>
                        <m:acc>
                          <m:accPr>
                            <m:chr m:val="̅"/>
                            <m:ctrlPr>
                              <a:rPr lang="en-US" b="0"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𝑗</m:t>
                        </m:r>
                      </m:sub>
                    </m:sSub>
                    <m:r>
                      <a:rPr lang="en-US" b="0" i="1">
                        <a:latin typeface="Cambria Math" panose="02040503050406030204" pitchFamily="18" charset="0"/>
                      </a:rPr>
                      <m:t>=</m:t>
                    </m:r>
                    <m:r>
                      <a:rPr lang="en-US" i="1">
                        <a:solidFill>
                          <a:srgbClr val="FF0000"/>
                        </a:solidFill>
                        <a:latin typeface="Cambria Math" panose="02040503050406030204" pitchFamily="18" charset="0"/>
                      </a:rPr>
                      <m:t>𝝁</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𝒙</m:t>
                            </m:r>
                          </m:e>
                          <m:sub>
                            <m:r>
                              <a:rPr lang="en-US" i="1">
                                <a:solidFill>
                                  <a:srgbClr val="FF0000"/>
                                </a:solidFill>
                                <a:latin typeface="Cambria Math" panose="02040503050406030204" pitchFamily="18" charset="0"/>
                              </a:rPr>
                              <m:t>𝒋</m:t>
                            </m:r>
                          </m:sub>
                        </m:sSub>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𝝅</m:t>
                            </m:r>
                          </m:e>
                          <m:sub>
                            <m:r>
                              <a:rPr lang="en-US" i="1">
                                <a:solidFill>
                                  <a:srgbClr val="FF0000"/>
                                </a:solidFill>
                                <a:latin typeface="Cambria Math" panose="02040503050406030204" pitchFamily="18" charset="0"/>
                              </a:rPr>
                              <m:t>𝒋</m:t>
                            </m:r>
                          </m:sub>
                        </m:sSub>
                      </m:e>
                    </m:d>
                    <m:r>
                      <a:rPr lang="en-US" b="0" i="1">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𝑗</m:t>
                        </m:r>
                      </m:sub>
                    </m:sSub>
                    <m:r>
                      <a:rPr lang="en-US" i="1">
                        <a:solidFill>
                          <a:srgbClr val="00B0F0"/>
                        </a:solidFill>
                        <a:latin typeface="Cambria Math" panose="02040503050406030204" pitchFamily="18" charset="0"/>
                      </a:rPr>
                      <m:t>𝝉</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𝒙</m:t>
                            </m:r>
                          </m:e>
                          <m:sub>
                            <m:r>
                              <a:rPr lang="en-US" i="1">
                                <a:solidFill>
                                  <a:srgbClr val="00B0F0"/>
                                </a:solidFill>
                                <a:latin typeface="Cambria Math" panose="02040503050406030204" pitchFamily="18" charset="0"/>
                              </a:rPr>
                              <m:t>𝒋</m:t>
                            </m:r>
                          </m:sub>
                        </m:sSub>
                        <m:r>
                          <a:rPr lang="en-US" b="1" i="1" smtClean="0">
                            <a:solidFill>
                              <a:srgbClr val="00B0F0"/>
                            </a:solidFill>
                            <a:latin typeface="Cambria Math" panose="02040503050406030204" pitchFamily="18" charset="0"/>
                          </a:rPr>
                          <m:t>, </m:t>
                        </m:r>
                        <m:sSub>
                          <m:sSubPr>
                            <m:ctrlPr>
                              <a:rPr lang="en-US" b="1" i="1" smtClean="0">
                                <a:solidFill>
                                  <a:srgbClr val="00B0F0"/>
                                </a:solidFill>
                                <a:latin typeface="Cambria Math" panose="02040503050406030204" pitchFamily="18" charset="0"/>
                              </a:rPr>
                            </m:ctrlPr>
                          </m:sSubPr>
                          <m:e>
                            <m:r>
                              <a:rPr lang="en-US" b="1" i="1" smtClean="0">
                                <a:solidFill>
                                  <a:srgbClr val="00B0F0"/>
                                </a:solidFill>
                                <a:latin typeface="Cambria Math" panose="02040503050406030204" pitchFamily="18" charset="0"/>
                              </a:rPr>
                              <m:t>𝒑</m:t>
                            </m:r>
                          </m:e>
                          <m:sub>
                            <m:r>
                              <a:rPr lang="en-US" b="1" i="1" smtClean="0">
                                <a:solidFill>
                                  <a:srgbClr val="00B0F0"/>
                                </a:solidFill>
                                <a:latin typeface="Cambria Math" panose="02040503050406030204" pitchFamily="18" charset="0"/>
                              </a:rPr>
                              <m:t>𝒋</m:t>
                            </m:r>
                          </m:sub>
                        </m:sSub>
                      </m:e>
                    </m:d>
                    <m:r>
                      <a:rPr lang="en-US" b="0" i="1">
                        <a:latin typeface="Cambria Math" panose="02040503050406030204" pitchFamily="18" charset="0"/>
                      </a:rPr>
                      <m:t>+</m:t>
                    </m:r>
                    <m:sSub>
                      <m:sSubPr>
                        <m:ctrlPr>
                          <a:rPr lang="en-US" i="1">
                            <a:solidFill>
                              <a:srgbClr val="FFC000"/>
                            </a:solidFill>
                            <a:latin typeface="Cambria Math" panose="02040503050406030204" pitchFamily="18" charset="0"/>
                          </a:rPr>
                        </m:ctrlPr>
                      </m:sSubPr>
                      <m:e>
                        <m:r>
                          <a:rPr lang="en-US" i="1">
                            <a:solidFill>
                              <a:srgbClr val="FFC000"/>
                            </a:solidFill>
                            <a:latin typeface="Cambria Math" panose="02040503050406030204" pitchFamily="18" charset="0"/>
                          </a:rPr>
                          <m:t>𝒖</m:t>
                        </m:r>
                      </m:e>
                      <m:sub>
                        <m:r>
                          <a:rPr lang="en-US" i="1">
                            <a:solidFill>
                              <a:srgbClr val="FFC000"/>
                            </a:solidFill>
                            <a:latin typeface="Cambria Math" panose="02040503050406030204" pitchFamily="18" charset="0"/>
                          </a:rPr>
                          <m:t>𝒋</m:t>
                        </m:r>
                      </m:sub>
                    </m:sSub>
                    <m:r>
                      <a:rPr lang="en-US" b="0" i="1">
                        <a:latin typeface="Cambria Math" panose="02040503050406030204" pitchFamily="18" charset="0"/>
                      </a:rPr>
                      <m:t>+</m:t>
                    </m:r>
                    <m:sSub>
                      <m:sSubPr>
                        <m:ctrlPr>
                          <a:rPr lang="en-US" b="0" i="1">
                            <a:latin typeface="Cambria Math" panose="02040503050406030204" pitchFamily="18" charset="0"/>
                          </a:rPr>
                        </m:ctrlPr>
                      </m:sSubPr>
                      <m:e>
                        <m:acc>
                          <m:accPr>
                            <m:chr m:val="̅"/>
                            <m:ctrlPr>
                              <a:rPr lang="en-US" b="0" i="1">
                                <a:latin typeface="Cambria Math" panose="02040503050406030204" pitchFamily="18" charset="0"/>
                              </a:rPr>
                            </m:ctrlPr>
                          </m:accPr>
                          <m:e>
                            <m:r>
                              <a:rPr lang="en-US" b="0" i="1">
                                <a:latin typeface="Cambria Math" panose="02040503050406030204" pitchFamily="18" charset="0"/>
                              </a:rPr>
                              <m:t>𝜀</m:t>
                            </m:r>
                          </m:e>
                        </m:acc>
                      </m:e>
                      <m:sub>
                        <m:r>
                          <a:rPr lang="en-US" b="0" i="1">
                            <a:latin typeface="Cambria Math" panose="02040503050406030204" pitchFamily="18" charset="0"/>
                          </a:rPr>
                          <m:t>𝑗</m:t>
                        </m:r>
                      </m:sub>
                    </m:sSub>
                  </m:oMath>
                </a14:m>
                <a:endParaRPr lang="en-US" dirty="0"/>
              </a:p>
              <a:p>
                <a:r>
                  <a:rPr lang="en-US" dirty="0"/>
                  <a:t>No endogeneity concerns because it only enters through </a:t>
                </a:r>
                <a14:m>
                  <m:oMath xmlns:m="http://schemas.openxmlformats.org/officeDocument/2006/math">
                    <m:r>
                      <a:rPr lang="en-US" b="1" i="1" smtClean="0">
                        <a:latin typeface="Cambria Math" panose="02040503050406030204" pitchFamily="18" charset="0"/>
                      </a:rPr>
                      <m:t>𝝉</m:t>
                    </m:r>
                  </m:oMath>
                </a14:m>
                <a:endParaRPr lang="en-US" dirty="0"/>
              </a:p>
              <a:p>
                <a:r>
                  <a:rPr lang="en-US" dirty="0"/>
                  <a:t>Can roll up impacts by deciles of PBA, but allows for other functional forms as well as deciles</a:t>
                </a:r>
              </a:p>
              <a:p>
                <a:endParaRPr lang="en-US" b="1" dirty="0">
                  <a:solidFill>
                    <a:srgbClr val="7030A0"/>
                  </a:solidFill>
                </a:endParaRPr>
              </a:p>
            </p:txBody>
          </p:sp>
        </mc:Choice>
        <mc:Fallback>
          <p:sp>
            <p:nvSpPr>
              <p:cNvPr id="4" name="Content Placeholder 3">
                <a:extLst>
                  <a:ext uri="{FF2B5EF4-FFF2-40B4-BE49-F238E27FC236}">
                    <a16:creationId xmlns:a16="http://schemas.microsoft.com/office/drawing/2014/main" id="{BB464029-16BD-4F22-BEDE-5BB45FE19088}"/>
                  </a:ext>
                </a:extLst>
              </p:cNvPr>
              <p:cNvSpPr>
                <a:spLocks noGrp="1" noRot="1" noChangeAspect="1" noMove="1" noResize="1" noEditPoints="1" noAdjustHandles="1" noChangeArrowheads="1" noChangeShapeType="1" noTextEdit="1"/>
              </p:cNvSpPr>
              <p:nvPr>
                <p:ph sz="half" idx="2"/>
              </p:nvPr>
            </p:nvSpPr>
            <p:spPr>
              <a:blipFill>
                <a:blip r:embed="rId3"/>
                <a:stretch>
                  <a:fillRect l="-1507" r="-232" b="-304"/>
                </a:stretch>
              </a:blipFill>
            </p:spPr>
            <p:txBody>
              <a:bodyPr/>
              <a:lstStyle/>
              <a:p>
                <a:r>
                  <a:rPr lang="en-US">
                    <a:noFill/>
                  </a:rPr>
                  <a:t> </a:t>
                </a:r>
              </a:p>
            </p:txBody>
          </p:sp>
        </mc:Fallback>
      </mc:AlternateContent>
      <p:sp>
        <p:nvSpPr>
          <p:cNvPr id="6" name="Flowchart: Summing Junction 5">
            <a:extLst>
              <a:ext uri="{FF2B5EF4-FFF2-40B4-BE49-F238E27FC236}">
                <a16:creationId xmlns:a16="http://schemas.microsoft.com/office/drawing/2014/main" id="{82443E98-3153-90CA-366E-F6A7470797D6}"/>
              </a:ext>
            </a:extLst>
          </p:cNvPr>
          <p:cNvSpPr/>
          <p:nvPr/>
        </p:nvSpPr>
        <p:spPr>
          <a:xfrm>
            <a:off x="6251459" y="1871330"/>
            <a:ext cx="612648" cy="612648"/>
          </a:xfrm>
          <a:prstGeom prst="flowChartSummingJunction">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907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8" cy="4626863"/>
          </a:xfrm>
        </p:spPr>
      </p:pic>
    </p:spTree>
    <p:extLst>
      <p:ext uri="{BB962C8B-B14F-4D97-AF65-F5344CB8AC3E}">
        <p14:creationId xmlns:p14="http://schemas.microsoft.com/office/powerpoint/2010/main" val="3477977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8" cy="4626862"/>
          </a:xfrm>
        </p:spPr>
      </p:pic>
    </p:spTree>
    <p:extLst>
      <p:ext uri="{BB962C8B-B14F-4D97-AF65-F5344CB8AC3E}">
        <p14:creationId xmlns:p14="http://schemas.microsoft.com/office/powerpoint/2010/main" val="367622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2"/>
          </a:xfrm>
        </p:spPr>
      </p:pic>
    </p:spTree>
    <p:extLst>
      <p:ext uri="{BB962C8B-B14F-4D97-AF65-F5344CB8AC3E}">
        <p14:creationId xmlns:p14="http://schemas.microsoft.com/office/powerpoint/2010/main" val="1598264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1"/>
          </a:xfrm>
        </p:spPr>
      </p:pic>
    </p:spTree>
    <p:extLst>
      <p:ext uri="{BB962C8B-B14F-4D97-AF65-F5344CB8AC3E}">
        <p14:creationId xmlns:p14="http://schemas.microsoft.com/office/powerpoint/2010/main" val="2978228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rgbClr val="7030A0"/>
                </a:solidFill>
              </a:rPr>
              <a:t>idiosyncrasy</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5" cy="4626861"/>
          </a:xfrm>
        </p:spPr>
      </p:pic>
    </p:spTree>
    <p:extLst>
      <p:ext uri="{BB962C8B-B14F-4D97-AF65-F5344CB8AC3E}">
        <p14:creationId xmlns:p14="http://schemas.microsoft.com/office/powerpoint/2010/main" val="1479728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8" cy="4626862"/>
          </a:xfrm>
        </p:spPr>
      </p:pic>
    </p:spTree>
    <p:extLst>
      <p:ext uri="{BB962C8B-B14F-4D97-AF65-F5344CB8AC3E}">
        <p14:creationId xmlns:p14="http://schemas.microsoft.com/office/powerpoint/2010/main" val="4143658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2"/>
          </a:xfrm>
        </p:spPr>
      </p:pic>
    </p:spTree>
    <p:extLst>
      <p:ext uri="{BB962C8B-B14F-4D97-AF65-F5344CB8AC3E}">
        <p14:creationId xmlns:p14="http://schemas.microsoft.com/office/powerpoint/2010/main" val="3892510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6" cy="4626861"/>
          </a:xfrm>
        </p:spPr>
      </p:pic>
    </p:spTree>
    <p:extLst>
      <p:ext uri="{BB962C8B-B14F-4D97-AF65-F5344CB8AC3E}">
        <p14:creationId xmlns:p14="http://schemas.microsoft.com/office/powerpoint/2010/main" val="1159765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5" cy="4626861"/>
          </a:xfrm>
        </p:spPr>
      </p:pic>
    </p:spTree>
    <p:extLst>
      <p:ext uri="{BB962C8B-B14F-4D97-AF65-F5344CB8AC3E}">
        <p14:creationId xmlns:p14="http://schemas.microsoft.com/office/powerpoint/2010/main" val="2789775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scale of </a:t>
            </a:r>
            <a:r>
              <a:rPr lang="en-US" b="1" dirty="0">
                <a:solidFill>
                  <a:schemeClr val="accent4"/>
                </a:solidFill>
              </a:rPr>
              <a:t>practice effects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2" y="1318241"/>
            <a:ext cx="8229595" cy="4626861"/>
          </a:xfrm>
        </p:spPr>
      </p:pic>
    </p:spTree>
    <p:extLst>
      <p:ext uri="{BB962C8B-B14F-4D97-AF65-F5344CB8AC3E}">
        <p14:creationId xmlns:p14="http://schemas.microsoft.com/office/powerpoint/2010/main" val="467333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6" cy="4626861"/>
          </a:xfrm>
        </p:spPr>
      </p:pic>
    </p:spTree>
    <p:extLst>
      <p:ext uri="{BB962C8B-B14F-4D97-AF65-F5344CB8AC3E}">
        <p14:creationId xmlns:p14="http://schemas.microsoft.com/office/powerpoint/2010/main" val="3205497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6" cy="4626862"/>
          </a:xfrm>
        </p:spPr>
      </p:pic>
    </p:spTree>
    <p:extLst>
      <p:ext uri="{BB962C8B-B14F-4D97-AF65-F5344CB8AC3E}">
        <p14:creationId xmlns:p14="http://schemas.microsoft.com/office/powerpoint/2010/main" val="40810251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6" cy="4626861"/>
          </a:xfrm>
        </p:spPr>
      </p:pic>
      <p:sp>
        <p:nvSpPr>
          <p:cNvPr id="3" name="Oval 2">
            <a:extLst>
              <a:ext uri="{FF2B5EF4-FFF2-40B4-BE49-F238E27FC236}">
                <a16:creationId xmlns:a16="http://schemas.microsoft.com/office/drawing/2014/main" id="{EB93C4BE-C987-58D4-E49B-C04B46AB82D6}"/>
              </a:ext>
            </a:extLst>
          </p:cNvPr>
          <p:cNvSpPr/>
          <p:nvPr/>
        </p:nvSpPr>
        <p:spPr>
          <a:xfrm>
            <a:off x="5899700" y="2358736"/>
            <a:ext cx="613064" cy="2660073"/>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91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5" cy="4626861"/>
          </a:xfrm>
        </p:spPr>
      </p:pic>
      <p:sp>
        <p:nvSpPr>
          <p:cNvPr id="4" name="Oval 3">
            <a:extLst>
              <a:ext uri="{FF2B5EF4-FFF2-40B4-BE49-F238E27FC236}">
                <a16:creationId xmlns:a16="http://schemas.microsoft.com/office/drawing/2014/main" id="{3545D9FF-5463-6FA4-6369-FD6F52AD89F4}"/>
              </a:ext>
            </a:extLst>
          </p:cNvPr>
          <p:cNvSpPr/>
          <p:nvPr/>
        </p:nvSpPr>
        <p:spPr>
          <a:xfrm>
            <a:off x="5899700" y="2358736"/>
            <a:ext cx="613064" cy="2660073"/>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1409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5" cy="4626861"/>
          </a:xfrm>
        </p:spPr>
      </p:pic>
    </p:spTree>
    <p:extLst>
      <p:ext uri="{BB962C8B-B14F-4D97-AF65-F5344CB8AC3E}">
        <p14:creationId xmlns:p14="http://schemas.microsoft.com/office/powerpoint/2010/main" val="1977692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residual &gt; 45 savings</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5" cy="4626860"/>
          </a:xfrm>
        </p:spPr>
      </p:pic>
    </p:spTree>
    <p:extLst>
      <p:ext uri="{BB962C8B-B14F-4D97-AF65-F5344CB8AC3E}">
        <p14:creationId xmlns:p14="http://schemas.microsoft.com/office/powerpoint/2010/main" val="3766620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Is the juice of </a:t>
            </a:r>
            <a:r>
              <a:rPr lang="en-US" b="1" dirty="0">
                <a:solidFill>
                  <a:srgbClr val="7030A0"/>
                </a:solidFill>
              </a:rPr>
              <a:t>v</a:t>
            </a:r>
            <a:r>
              <a:rPr lang="en-US" dirty="0"/>
              <a:t> worth the squeeze?</a:t>
            </a:r>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lstStyle/>
          <a:p>
            <a:r>
              <a:rPr lang="en-US" dirty="0"/>
              <a:t>Juice</a:t>
            </a:r>
          </a:p>
          <a:p>
            <a:pPr lvl="1"/>
            <a:r>
              <a:rPr lang="en-US" dirty="0"/>
              <a:t>Best case approximately 2% of exemplar variance</a:t>
            </a:r>
          </a:p>
          <a:p>
            <a:pPr lvl="1"/>
            <a:r>
              <a:rPr lang="en-US" dirty="0"/>
              <a:t>Conceptually important to payment calibration, but in practice not feasible</a:t>
            </a:r>
          </a:p>
          <a:p>
            <a:r>
              <a:rPr lang="en-US" dirty="0"/>
              <a:t>Squeeze</a:t>
            </a:r>
          </a:p>
          <a:p>
            <a:pPr lvl="1"/>
            <a:r>
              <a:rPr lang="en-US" dirty="0"/>
              <a:t>Caveating how poorly identified these terms are</a:t>
            </a:r>
          </a:p>
          <a:p>
            <a:pPr lvl="1"/>
            <a:r>
              <a:rPr lang="en-US" dirty="0"/>
              <a:t>Exploration of prior sensitivity</a:t>
            </a:r>
          </a:p>
        </p:txBody>
      </p:sp>
    </p:spTree>
    <p:extLst>
      <p:ext uri="{BB962C8B-B14F-4D97-AF65-F5344CB8AC3E}">
        <p14:creationId xmlns:p14="http://schemas.microsoft.com/office/powerpoint/2010/main" val="144211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Is </a:t>
            </a:r>
            <a:r>
              <a:rPr lang="en-US" dirty="0" err="1"/>
              <a:t>uBCF</a:t>
            </a:r>
            <a:r>
              <a:rPr lang="en-US" dirty="0"/>
              <a:t> alone worth it?</a:t>
            </a:r>
          </a:p>
        </p:txBody>
      </p:sp>
      <p:sp>
        <p:nvSpPr>
          <p:cNvPr id="4" name="Content Placeholder 3">
            <a:extLst>
              <a:ext uri="{FF2B5EF4-FFF2-40B4-BE49-F238E27FC236}">
                <a16:creationId xmlns:a16="http://schemas.microsoft.com/office/drawing/2014/main" id="{BB464029-16BD-4F22-BEDE-5BB45FE19088}"/>
              </a:ext>
            </a:extLst>
          </p:cNvPr>
          <p:cNvSpPr>
            <a:spLocks noGrp="1"/>
          </p:cNvSpPr>
          <p:nvPr>
            <p:ph sz="half" idx="2"/>
          </p:nvPr>
        </p:nvSpPr>
        <p:spPr/>
        <p:txBody>
          <a:bodyPr/>
          <a:lstStyle/>
          <a:p>
            <a:r>
              <a:rPr lang="en-US" dirty="0"/>
              <a:t>Already have the code</a:t>
            </a:r>
          </a:p>
          <a:p>
            <a:r>
              <a:rPr lang="en-US" dirty="0"/>
              <a:t>Necessary for exemplar identification</a:t>
            </a:r>
          </a:p>
          <a:p>
            <a:r>
              <a:rPr lang="en-US" dirty="0"/>
              <a:t>Can help SATT estimation</a:t>
            </a:r>
          </a:p>
          <a:p>
            <a:r>
              <a:rPr lang="en-US" dirty="0"/>
              <a:t>Easily justified (existing literature, lack of sensitivity)</a:t>
            </a:r>
          </a:p>
        </p:txBody>
      </p:sp>
    </p:spTree>
    <p:extLst>
      <p:ext uri="{BB962C8B-B14F-4D97-AF65-F5344CB8AC3E}">
        <p14:creationId xmlns:p14="http://schemas.microsoft.com/office/powerpoint/2010/main" val="145781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 </a:t>
            </a:r>
            <a:r>
              <a:rPr lang="en-US" dirty="0" err="1"/>
              <a:t>sigma_v</a:t>
            </a:r>
            <a:endParaRPr lang="en-US" dirty="0"/>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600" cy="4626863"/>
          </a:xfrm>
        </p:spPr>
      </p:pic>
      <p:sp>
        <p:nvSpPr>
          <p:cNvPr id="3" name="Rectangle 2">
            <a:extLst>
              <a:ext uri="{FF2B5EF4-FFF2-40B4-BE49-F238E27FC236}">
                <a16:creationId xmlns:a16="http://schemas.microsoft.com/office/drawing/2014/main" id="{7F697FBA-EC2B-DB78-BDC1-F744086D75FC}"/>
              </a:ext>
            </a:extLst>
          </p:cNvPr>
          <p:cNvSpPr/>
          <p:nvPr/>
        </p:nvSpPr>
        <p:spPr>
          <a:xfrm>
            <a:off x="2281287"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BFCF0E2-C463-2163-FF28-8DA84B732335}"/>
              </a:ext>
            </a:extLst>
          </p:cNvPr>
          <p:cNvSpPr/>
          <p:nvPr/>
        </p:nvSpPr>
        <p:spPr>
          <a:xfrm>
            <a:off x="6388231"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C77E48-FFFE-D376-34CC-0DA4FDBF3CC5}"/>
              </a:ext>
            </a:extLst>
          </p:cNvPr>
          <p:cNvSpPr/>
          <p:nvPr/>
        </p:nvSpPr>
        <p:spPr>
          <a:xfrm>
            <a:off x="3828854" y="1297026"/>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B593454-82E0-F2A4-77A6-C1AE173CED3B}"/>
              </a:ext>
            </a:extLst>
          </p:cNvPr>
          <p:cNvSpPr/>
          <p:nvPr/>
        </p:nvSpPr>
        <p:spPr>
          <a:xfrm>
            <a:off x="7877666" y="1318241"/>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426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6"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Prior sensitivity – </a:t>
            </a:r>
            <a:r>
              <a:rPr lang="en-US" dirty="0" err="1"/>
              <a:t>sigma_u</a:t>
            </a:r>
            <a:endParaRPr lang="en-US" dirty="0"/>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600" cy="4626864"/>
          </a:xfrm>
        </p:spPr>
      </p:pic>
      <p:sp>
        <p:nvSpPr>
          <p:cNvPr id="6" name="Rectangle 5">
            <a:extLst>
              <a:ext uri="{FF2B5EF4-FFF2-40B4-BE49-F238E27FC236}">
                <a16:creationId xmlns:a16="http://schemas.microsoft.com/office/drawing/2014/main" id="{34590E00-52D9-4A84-FB0D-E3A03A1606E8}"/>
              </a:ext>
            </a:extLst>
          </p:cNvPr>
          <p:cNvSpPr/>
          <p:nvPr/>
        </p:nvSpPr>
        <p:spPr>
          <a:xfrm>
            <a:off x="3828854" y="1297026"/>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B4B52B-684F-9B66-4A3A-C56DDAEE571E}"/>
              </a:ext>
            </a:extLst>
          </p:cNvPr>
          <p:cNvSpPr/>
          <p:nvPr/>
        </p:nvSpPr>
        <p:spPr>
          <a:xfrm>
            <a:off x="7877666" y="1318241"/>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72D24E5-2A2E-0F61-F40A-FD9F0109F505}"/>
              </a:ext>
            </a:extLst>
          </p:cNvPr>
          <p:cNvSpPr/>
          <p:nvPr/>
        </p:nvSpPr>
        <p:spPr>
          <a:xfrm>
            <a:off x="2281287"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D8C5C83-342D-1EA3-67AB-C24C5888431D}"/>
              </a:ext>
            </a:extLst>
          </p:cNvPr>
          <p:cNvSpPr/>
          <p:nvPr/>
        </p:nvSpPr>
        <p:spPr>
          <a:xfrm>
            <a:off x="6388231" y="3516198"/>
            <a:ext cx="1465868" cy="22435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61A911-5376-A3DE-D080-E0D6E8CB09A7}"/>
              </a:ext>
            </a:extLst>
          </p:cNvPr>
          <p:cNvSpPr/>
          <p:nvPr/>
        </p:nvSpPr>
        <p:spPr>
          <a:xfrm>
            <a:off x="3710262" y="3540605"/>
            <a:ext cx="1535536" cy="216601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E2C3AA7-579C-096A-A443-6FC9B8DBC66C}"/>
              </a:ext>
            </a:extLst>
          </p:cNvPr>
          <p:cNvSpPr/>
          <p:nvPr/>
        </p:nvSpPr>
        <p:spPr>
          <a:xfrm>
            <a:off x="7886874" y="3561821"/>
            <a:ext cx="1491494" cy="21448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227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0"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Estimation: SATT</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600" cy="4626863"/>
          </a:xfrm>
        </p:spPr>
      </p:pic>
      <p:sp>
        <p:nvSpPr>
          <p:cNvPr id="3" name="Rectangle 2">
            <a:extLst>
              <a:ext uri="{FF2B5EF4-FFF2-40B4-BE49-F238E27FC236}">
                <a16:creationId xmlns:a16="http://schemas.microsoft.com/office/drawing/2014/main" id="{DF3A076D-2941-C4FD-D1C2-4C24318CE515}"/>
              </a:ext>
            </a:extLst>
          </p:cNvPr>
          <p:cNvSpPr/>
          <p:nvPr/>
        </p:nvSpPr>
        <p:spPr>
          <a:xfrm>
            <a:off x="3408653" y="4141131"/>
            <a:ext cx="1148804" cy="139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0C88E76-FD33-8B1D-8521-8D9350F66A86}"/>
              </a:ext>
            </a:extLst>
          </p:cNvPr>
          <p:cNvSpPr/>
          <p:nvPr/>
        </p:nvSpPr>
        <p:spPr>
          <a:xfrm>
            <a:off x="5811147" y="4141131"/>
            <a:ext cx="1148804" cy="139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295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Estimation: </a:t>
            </a:r>
            <a:r>
              <a:rPr lang="en-US" dirty="0" err="1"/>
              <a:t>Resids</a:t>
            </a:r>
            <a:endParaRPr lang="en-US" dirty="0"/>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599" cy="4626863"/>
          </a:xfrm>
        </p:spPr>
      </p:pic>
    </p:spTree>
    <p:extLst>
      <p:ext uri="{BB962C8B-B14F-4D97-AF65-F5344CB8AC3E}">
        <p14:creationId xmlns:p14="http://schemas.microsoft.com/office/powerpoint/2010/main" val="629983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Estimation: CATT</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0" y="1318241"/>
            <a:ext cx="8229599" cy="4626862"/>
          </a:xfrm>
        </p:spPr>
      </p:pic>
      <p:sp>
        <p:nvSpPr>
          <p:cNvPr id="3" name="Rectangle 2">
            <a:extLst>
              <a:ext uri="{FF2B5EF4-FFF2-40B4-BE49-F238E27FC236}">
                <a16:creationId xmlns:a16="http://schemas.microsoft.com/office/drawing/2014/main" id="{48E16C21-FAA6-0D9D-E051-7A7B45C6F322}"/>
              </a:ext>
            </a:extLst>
          </p:cNvPr>
          <p:cNvSpPr/>
          <p:nvPr/>
        </p:nvSpPr>
        <p:spPr>
          <a:xfrm>
            <a:off x="5811147" y="4141131"/>
            <a:ext cx="1148804" cy="139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870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09ACC-FAF8-424B-B310-3593972C1649}"/>
              </a:ext>
            </a:extLst>
          </p:cNvPr>
          <p:cNvSpPr>
            <a:spLocks noGrp="1"/>
          </p:cNvSpPr>
          <p:nvPr>
            <p:ph type="title"/>
          </p:nvPr>
        </p:nvSpPr>
        <p:spPr/>
        <p:txBody>
          <a:bodyPr>
            <a:normAutofit/>
          </a:bodyPr>
          <a:lstStyle/>
          <a:p>
            <a:r>
              <a:rPr lang="en-US" dirty="0"/>
              <a:t>Exemplars: most likely &gt;45</a:t>
            </a:r>
          </a:p>
        </p:txBody>
      </p:sp>
      <p:pic>
        <p:nvPicPr>
          <p:cNvPr id="5" name="Content Placeholder 4">
            <a:extLst>
              <a:ext uri="{FF2B5EF4-FFF2-40B4-BE49-F238E27FC236}">
                <a16:creationId xmlns:a16="http://schemas.microsoft.com/office/drawing/2014/main" id="{C6554F97-A797-C00E-DF96-648C6C59A1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1981201" y="1318241"/>
            <a:ext cx="8229597" cy="4626862"/>
          </a:xfrm>
        </p:spPr>
      </p:pic>
    </p:spTree>
    <p:extLst>
      <p:ext uri="{BB962C8B-B14F-4D97-AF65-F5344CB8AC3E}">
        <p14:creationId xmlns:p14="http://schemas.microsoft.com/office/powerpoint/2010/main" val="35106921"/>
      </p:ext>
    </p:extLst>
  </p:cSld>
  <p:clrMapOvr>
    <a:masterClrMapping/>
  </p:clrMapOvr>
</p:sld>
</file>

<file path=ppt/theme/theme1.xml><?xml version="1.0" encoding="utf-8"?>
<a:theme xmlns:a="http://schemas.openxmlformats.org/drawingml/2006/main" name="Custom Design">
  <a:themeElements>
    <a:clrScheme name="MathematicaUniversal-GMMB">
      <a:dk1>
        <a:sysClr val="windowText" lastClr="000000"/>
      </a:dk1>
      <a:lt1>
        <a:sysClr val="window" lastClr="FFFFFF"/>
      </a:lt1>
      <a:dk2>
        <a:srgbClr val="046B5C"/>
      </a:dk2>
      <a:lt2>
        <a:srgbClr val="E0D4B5"/>
      </a:lt2>
      <a:accent1>
        <a:srgbClr val="0B2949"/>
      </a:accent1>
      <a:accent2>
        <a:srgbClr val="D02B27"/>
      </a:accent2>
      <a:accent3>
        <a:srgbClr val="5B6771"/>
      </a:accent3>
      <a:accent4>
        <a:srgbClr val="F1B51C"/>
      </a:accent4>
      <a:accent5>
        <a:srgbClr val="189394"/>
      </a:accent5>
      <a:accent6>
        <a:srgbClr val="17A673"/>
      </a:accent6>
      <a:hlink>
        <a:srgbClr val="0563C1"/>
      </a:hlink>
      <a:folHlink>
        <a:srgbClr val="954F72"/>
      </a:folHlink>
    </a:clrScheme>
    <a:fontScheme name="Custom 3">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ank">
      <a:srgbClr val="FFFFFF"/>
    </a:custClr>
    <a:custClr name="Blank">
      <a:srgbClr val="FFFFFF"/>
    </a:custClr>
    <a:custClr name="LT2_231_221_198">
      <a:srgbClr val="E7DDC6"/>
    </a:custClr>
    <a:custClr name="DK2_72_131_120">
      <a:srgbClr val="488378"/>
    </a:custClr>
    <a:custClr name="A1_65_75_102">
      <a:srgbClr val="414B66"/>
    </a:custClr>
    <a:custClr name="A2_217_101_73">
      <a:srgbClr val="D96549"/>
    </a:custClr>
    <a:custClr name="A3_123_129_138">
      <a:srgbClr val="7B818A"/>
    </a:custClr>
    <a:custClr name="A4_244_197_92">
      <a:srgbClr val="F4C55C"/>
    </a:custClr>
    <a:custClr name="A5_101_167_169">
      <a:srgbClr val="65A7A9"/>
    </a:custClr>
    <a:custClr name="A6_106_183_144">
      <a:srgbClr val="6AB790"/>
    </a:custClr>
    <a:custClr name="Blank">
      <a:srgbClr val="FFFFFF"/>
    </a:custClr>
    <a:custClr name="Blank">
      <a:srgbClr val="FFFFFF"/>
    </a:custClr>
    <a:custClr name="LT2_237_231_214">
      <a:srgbClr val="EDE7D6"/>
    </a:custClr>
    <a:custClr name="DK2_127_162_154">
      <a:srgbClr val="7FA29A"/>
    </a:custClr>
    <a:custClr name="A1_114_116_139">
      <a:srgbClr val="72748B"/>
    </a:custClr>
    <a:custClr name="A2_227_147_120">
      <a:srgbClr val="E39378"/>
    </a:custClr>
    <a:custClr name="A3_159_162_169">
      <a:srgbClr val="9FA2A9"/>
    </a:custClr>
    <a:custClr name="A4_248_214_144">
      <a:srgbClr val="F8D690"/>
    </a:custClr>
    <a:custClr name="A5_150_190_193">
      <a:srgbClr val="96BEC1"/>
    </a:custClr>
    <a:custClr name="A6_156_202_176">
      <a:srgbClr val="9CCAB0"/>
    </a:custClr>
    <a:custClr name="Blank">
      <a:srgbClr val="FFFFFF"/>
    </a:custClr>
    <a:custClr name="Blank">
      <a:srgbClr val="FFFFFF"/>
    </a:custClr>
    <a:custClr name="LT2_245_241_232">
      <a:srgbClr val="F5F1E8"/>
    </a:custClr>
    <a:custClr name="DK2_184_200_196">
      <a:srgbClr val="B8C8C4"/>
    </a:custClr>
    <a:custClr name="A1_172_172_186">
      <a:srgbClr val="ACACBA"/>
    </a:custClr>
    <a:custClr name="A2_239_196_179">
      <a:srgbClr val="EFC4B3"/>
    </a:custClr>
    <a:custClr name="A3_200_201_205">
      <a:srgbClr val="C8C9CD"/>
    </a:custClr>
    <a:custClr name="A4_251_232_196">
      <a:srgbClr val="FBE8C4"/>
    </a:custClr>
    <a:custClr name="A5_200_218_219">
      <a:srgbClr val="C8DADB"/>
    </a:custClr>
    <a:custClr name="A6_203_225_211">
      <a:srgbClr val="CBE1D3"/>
    </a:custClr>
    <a:custClr name="data-viz_92_67_119">
      <a:srgbClr val="5C4377"/>
    </a:custClr>
    <a:custClr name="data-viz_117_55_38">
      <a:srgbClr val="753726"/>
    </a:custClr>
  </a:custClrLst>
  <a:extLst>
    <a:ext uri="{05A4C25C-085E-4340-85A3-A5531E510DB2}">
      <thm15:themeFamily xmlns:thm15="http://schemas.microsoft.com/office/thememl/2012/main" name="1MathU_Presentation.potx" id="{AAFC6080-F3C5-4C7A-ABE2-5717816B5D64}" vid="{87E6AF80-6DA5-4758-80DD-051F9E3BD3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UI/customUI.xml><?xml version="1.0" encoding="utf-8"?>
<customUI xmlns="http://schemas.microsoft.com/office/2006/01/customui">
  <ribbon>
    <tabs>
      <tab idQ="TabHome">
        <group id="mso_c1.2FA331AA" label="Bullet Levels" insertBeforeMso="GroupParagraph">
          <control idQ="OutlineDemote" visible="true" size="large"/>
          <control idQ="OutlinePromote" visible="true" size="large"/>
        </group>
      </tab>
    </tabs>
  </ribbon>
</customUI>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emplate_x0020_Notes xmlns="345c1366-96a0-45a6-8dbd-5cee6d7cd784" xsi:nil="true"/>
    <Project_x0020_Deliverable xmlns="345c1366-96a0-45a6-8dbd-5cee6d7cd784">Presentation</Project_x0020_Deliverable>
    <_Version xmlns="http://schemas.microsoft.com/sharepoint/v3/fields" xsi:nil="true"/>
    <Document_x0020_Version xmlns="345c1366-96a0-45a6-8dbd-5cee6d7cd784">Both (source &amp; dist)</Document_x0020_Version>
    <Template_x0020_Category xmlns="345c1366-96a0-45a6-8dbd-5cee6d7cd784">Company-wide PowerPoint template</Template_x0020_Category>
  </documentManagement>
</p:properties>
</file>

<file path=customXml/item3.xml><?xml version="1.0" encoding="utf-8"?>
<ct:contentTypeSchema xmlns:ct="http://schemas.microsoft.com/office/2006/metadata/contentType" xmlns:ma="http://schemas.microsoft.com/office/2006/metadata/properties/metaAttributes" ct:_="" ma:_="" ma:contentTypeName="CustomTemplate" ma:contentTypeID="0x010100C6A36D816C597647BA9A4D824AE9F60E00457957CCF31FDE4A9A8BB192C61240AE" ma:contentTypeVersion="22" ma:contentTypeDescription="Templates other than MPR Standard or Proposal Templates" ma:contentTypeScope="" ma:versionID="e6a859e5a959ca304c192e6b09dada53">
  <xsd:schema xmlns:xsd="http://www.w3.org/2001/XMLSchema" xmlns:xs="http://www.w3.org/2001/XMLSchema" xmlns:p="http://schemas.microsoft.com/office/2006/metadata/properties" xmlns:ns2="345c1366-96a0-45a6-8dbd-5cee6d7cd784" xmlns:ns3="http://schemas.microsoft.com/sharepoint/v3/fields" xmlns:ns4="343c1170-bd45-4a17-b433-521a148ed3b0" targetNamespace="http://schemas.microsoft.com/office/2006/metadata/properties" ma:root="true" ma:fieldsID="eb64afb216ccaaa4347b9e21654849ae" ns2:_="" ns3:_="" ns4:_="">
    <xsd:import namespace="345c1366-96a0-45a6-8dbd-5cee6d7cd784"/>
    <xsd:import namespace="http://schemas.microsoft.com/sharepoint/v3/fields"/>
    <xsd:import namespace="343c1170-bd45-4a17-b433-521a148ed3b0"/>
    <xsd:element name="properties">
      <xsd:complexType>
        <xsd:sequence>
          <xsd:element name="documentManagement">
            <xsd:complexType>
              <xsd:all>
                <xsd:element ref="ns2:Project_x0020_Deliverable"/>
                <xsd:element ref="ns2:Template_x0020_Category" minOccurs="0"/>
                <xsd:element ref="ns2:Template_x0020_Notes" minOccurs="0"/>
                <xsd:element ref="ns2:Document_x0020_Version"/>
                <xsd:element ref="ns3:_Version" minOccurs="0"/>
                <xsd:element ref="ns4:MediaServiceMetadata" minOccurs="0"/>
                <xsd:element ref="ns4:MediaServiceFastMetadata" minOccurs="0"/>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5c1366-96a0-45a6-8dbd-5cee6d7cd784" elementFormDefault="qualified">
    <xsd:import namespace="http://schemas.microsoft.com/office/2006/documentManagement/types"/>
    <xsd:import namespace="http://schemas.microsoft.com/office/infopath/2007/PartnerControls"/>
    <xsd:element name="Project_x0020_Deliverable" ma:index="4" ma:displayName="MSOff Products" ma:description="IN USE: List of project deliverable types served by communications" ma:format="Dropdown" ma:internalName="Project_x0020_Deliverable" ma:readOnly="false">
      <xsd:simpleType>
        <xsd:restriction base="dms:Choice">
          <xsd:enumeration value="All"/>
          <xsd:enumeration value="508 Compliance"/>
          <xsd:enumeration value="Briefs"/>
          <xsd:enumeration value="Cover"/>
          <xsd:enumeration value="Custom Content/ TA Tools"/>
          <xsd:enumeration value="Data Collection"/>
          <xsd:enumeration value="Forms"/>
          <xsd:enumeration value="Graphic/Infographic"/>
          <xsd:enumeration value="Poster"/>
          <xsd:enumeration value="Presentation"/>
          <xsd:enumeration value="Proposals - Business"/>
          <xsd:enumeration value="Proposals - Technical"/>
          <xsd:enumeration value="Report"/>
          <xsd:enumeration value="Resume"/>
          <xsd:enumeration value="Template"/>
          <xsd:enumeration value="Working Paper Series"/>
        </xsd:restriction>
      </xsd:simpleType>
    </xsd:element>
    <xsd:element name="Template_x0020_Category" ma:index="5" nillable="true" ma:displayName="Template Category" ma:description="IN USE: Template category of use" ma:format="Dropdown" ma:internalName="Template_x0020_Category" ma:readOnly="false">
      <xsd:simpleType>
        <xsd:union memberTypes="dms:Text">
          <xsd:simpleType>
            <xsd:restriction base="dms:Choice">
              <xsd:enumeration value="ADOBE Layout"/>
              <xsd:enumeration value="ADOBE Covers"/>
              <xsd:enumeration value="MSW Custom Form"/>
              <xsd:enumeration value="MSW Custom Covers"/>
              <xsd:enumeration value="MSW Custom Interior text"/>
              <xsd:enumeration value="MSW Custom Tool kit"/>
              <xsd:enumeration value="PPT Custom Graphic"/>
              <xsd:enumeration value="PPT Slideshow/Slide Doc"/>
              <xsd:enumeration value="Company-wide Word template"/>
              <xsd:enumeration value="Company-wide PowerPoint template"/>
              <xsd:enumeration value="Company-wide Excel template"/>
              <xsd:enumeration value="Client-supplied Word template"/>
              <xsd:enumeration value="Client-supplied PPT template"/>
            </xsd:restriction>
          </xsd:simpleType>
        </xsd:union>
      </xsd:simpleType>
    </xsd:element>
    <xsd:element name="Template_x0020_Notes" ma:index="6" nillable="true" ma:displayName="Template Notes" ma:description="IN USE: Notes about custom templates include primary use, any special formatting additions or changes, and any restrictions in use." ma:internalName="Template_x0020_Notes" ma:readOnly="false">
      <xsd:simpleType>
        <xsd:restriction base="dms:Note">
          <xsd:maxLength value="255"/>
        </xsd:restriction>
      </xsd:simpleType>
    </xsd:element>
    <xsd:element name="Document_x0020_Version" ma:index="7" ma:displayName="Document Version" ma:description="IN USE: Identified editable source documents and distribution copies" ma:format="Dropdown" ma:internalName="Document_x0020_Version" ma:readOnly="false">
      <xsd:simpleType>
        <xsd:restriction base="dms:Choice">
          <xsd:enumeration value="Archive"/>
          <xsd:enumeration value="Source"/>
          <xsd:enumeration value="Distribution Copy"/>
          <xsd:enumeration value="Both (source &amp; dist)"/>
          <xsd:enumeration value="Sample"/>
          <xsd:enumeration value="Working"/>
        </xsd:restriction>
      </xsd:simple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3c1170-bd45-4a17-b433-521a148ed3b0" elementFormDefault="qualified">
    <xsd:import namespace="http://schemas.microsoft.com/office/2006/documentManagement/types"/>
    <xsd:import namespace="http://schemas.microsoft.com/office/infopath/2007/PartnerControls"/>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E00989-DF66-40F6-9256-86BEFEC04FC5}">
  <ds:schemaRefs>
    <ds:schemaRef ds:uri="http://schemas.microsoft.com/sharepoint/v3/contenttype/forms"/>
  </ds:schemaRefs>
</ds:datastoreItem>
</file>

<file path=customXml/itemProps2.xml><?xml version="1.0" encoding="utf-8"?>
<ds:datastoreItem xmlns:ds="http://schemas.openxmlformats.org/officeDocument/2006/customXml" ds:itemID="{E23F72A8-13E6-4585-ACF3-C10941E06452}">
  <ds:schemaRefs>
    <ds:schemaRef ds:uri="http://schemas.openxmlformats.org/package/2006/metadata/core-properties"/>
    <ds:schemaRef ds:uri="http://purl.org/dc/dcmitype/"/>
    <ds:schemaRef ds:uri="343c1170-bd45-4a17-b433-521a148ed3b0"/>
    <ds:schemaRef ds:uri="http://purl.org/dc/elements/1.1/"/>
    <ds:schemaRef ds:uri="http://schemas.microsoft.com/office/2006/metadata/properties"/>
    <ds:schemaRef ds:uri="http://www.w3.org/XML/1998/namespace"/>
    <ds:schemaRef ds:uri="http://schemas.microsoft.com/office/infopath/2007/PartnerControls"/>
    <ds:schemaRef ds:uri="http://schemas.microsoft.com/office/2006/documentManagement/types"/>
    <ds:schemaRef ds:uri="345c1366-96a0-45a6-8dbd-5cee6d7cd784"/>
    <ds:schemaRef ds:uri="http://schemas.microsoft.com/sharepoint/v3/fields"/>
    <ds:schemaRef ds:uri="http://purl.org/dc/terms/"/>
  </ds:schemaRefs>
</ds:datastoreItem>
</file>

<file path=customXml/itemProps3.xml><?xml version="1.0" encoding="utf-8"?>
<ds:datastoreItem xmlns:ds="http://schemas.openxmlformats.org/officeDocument/2006/customXml" ds:itemID="{8C6FDEBB-1C44-4A38-9649-87A038C8FF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5c1366-96a0-45a6-8dbd-5cee6d7cd784"/>
    <ds:schemaRef ds:uri="http://schemas.microsoft.com/sharepoint/v3/fields"/>
    <ds:schemaRef ds:uri="343c1170-bd45-4a17-b433-521a148ed3b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1MathU_Presentation</Template>
  <TotalTime>17837</TotalTime>
  <Words>899</Words>
  <Application>Microsoft Office PowerPoint</Application>
  <PresentationFormat>Widescreen</PresentationFormat>
  <Paragraphs>146</Paragraphs>
  <Slides>33</Slides>
  <Notes>33</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Arial Black</vt:lpstr>
      <vt:lpstr>Calibri</vt:lpstr>
      <vt:lpstr>Cambria Math</vt:lpstr>
      <vt:lpstr>Courier New</vt:lpstr>
      <vt:lpstr>Times New Roman</vt:lpstr>
      <vt:lpstr>Custom Design</vt:lpstr>
      <vt:lpstr>iBCF, or uBCF?</vt:lpstr>
      <vt:lpstr>Agenda</vt:lpstr>
      <vt:lpstr>Goals: uses for iBCF</vt:lpstr>
      <vt:lpstr>BCF Recap</vt:lpstr>
      <vt:lpstr>Goals: requirements</vt:lpstr>
      <vt:lpstr>iBCF challenges</vt:lpstr>
      <vt:lpstr>Proposal</vt:lpstr>
      <vt:lpstr>Goals: implications</vt:lpstr>
      <vt:lpstr>Alternative payment calibration idea</vt:lpstr>
      <vt:lpstr>Prior sensitivity: scale of idiosyncrasy</vt:lpstr>
      <vt:lpstr>Prior sensitivity: scale of idiosyncrasy</vt:lpstr>
      <vt:lpstr>Prior sensitivity: scale of idiosyncrasy</vt:lpstr>
      <vt:lpstr>Prior sensitivity: scale of idiosyncrasy</vt:lpstr>
      <vt:lpstr>Prior sensitivity: scale of idiosyncrasy</vt:lpstr>
      <vt:lpstr>Prior sensitivity: scale of practice effects</vt:lpstr>
      <vt:lpstr>Prior sensitivity: scale of practice effects</vt:lpstr>
      <vt:lpstr>Prior sensitivity: scale of practice effects</vt:lpstr>
      <vt:lpstr>Prior sensitivity: scale of practice effects</vt:lpstr>
      <vt:lpstr>Prior sensitivity: scale of practice effects</vt:lpstr>
      <vt:lpstr>Exemplars: residual &gt; 45 savings</vt:lpstr>
      <vt:lpstr>Exemplars: residual &gt; 45 savings</vt:lpstr>
      <vt:lpstr>Exemplars: residual &gt; 45 savings</vt:lpstr>
      <vt:lpstr>Exemplars: residual &gt; 45 savings</vt:lpstr>
      <vt:lpstr>Exemplars: residual &gt; 45 savings</vt:lpstr>
      <vt:lpstr>Exemplars: residual &gt; 45 savings</vt:lpstr>
      <vt:lpstr>Is the juice of v worth the squeeze?</vt:lpstr>
      <vt:lpstr>Is uBCF alone worth it?</vt:lpstr>
      <vt:lpstr>Prior sensitivity – sigma_v</vt:lpstr>
      <vt:lpstr>Prior sensitivity – sigma_u</vt:lpstr>
      <vt:lpstr>Estimation: SATT</vt:lpstr>
      <vt:lpstr>Estimation: Resids</vt:lpstr>
      <vt:lpstr>Estimation: CATT</vt:lpstr>
      <vt:lpstr>Exemplars: most likely &gt;45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Mariel Finucane</dc:creator>
  <cp:lastModifiedBy>Dan Thal</cp:lastModifiedBy>
  <cp:revision>466</cp:revision>
  <dcterms:created xsi:type="dcterms:W3CDTF">2022-03-17T13:07:54Z</dcterms:created>
  <dcterms:modified xsi:type="dcterms:W3CDTF">2023-03-17T20:10:46Z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0x010100C6A36D816C597647BA9A4D824AE9F60E00457957CCF31FDE4A9A8BB192C61240AE</vt:lpwstr>
  </property>
</Properties>
</file>